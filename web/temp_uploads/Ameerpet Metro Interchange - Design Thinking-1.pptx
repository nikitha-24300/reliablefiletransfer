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65" r:id="rId4"/>
    <p:sldId id="258" r:id="rId5"/>
    <p:sldId id="264" r:id="rId6"/>
    <p:sldId id="262" r:id="rId7"/>
    <p:sldId id="261" r:id="rId8"/>
    <p:sldId id="260" r:id="rId9"/>
    <p:sldId id="259" r:id="rId10"/>
    <p:sldId id="263"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85F2BE-A998-47AF-B488-6B0A421AB69F}" v="21" dt="2026-09-07T16:47:50.1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5" d="100"/>
          <a:sy n="95" d="100"/>
        </p:scale>
        <p:origin x="1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ugu praharsha" userId="78d94333ac06ac5d" providerId="LiveId" clId="{267BE669-B04F-45BB-8F49-00E41E7A28C1}"/>
    <pc:docChg chg="undo custSel addSld delSld modSld sldOrd">
      <pc:chgData name="anugu praharsha" userId="78d94333ac06ac5d" providerId="LiveId" clId="{267BE669-B04F-45BB-8F49-00E41E7A28C1}" dt="2026-09-07T16:49:36.340" v="866"/>
      <pc:docMkLst>
        <pc:docMk/>
      </pc:docMkLst>
      <pc:sldChg chg="modSp mod">
        <pc:chgData name="anugu praharsha" userId="78d94333ac06ac5d" providerId="LiveId" clId="{267BE669-B04F-45BB-8F49-00E41E7A28C1}" dt="2026-09-07T12:14:34.765" v="362" actId="1036"/>
        <pc:sldMkLst>
          <pc:docMk/>
          <pc:sldMk cId="0" sldId="256"/>
        </pc:sldMkLst>
        <pc:spChg chg="mod">
          <ac:chgData name="anugu praharsha" userId="78d94333ac06ac5d" providerId="LiveId" clId="{267BE669-B04F-45BB-8F49-00E41E7A28C1}" dt="2026-09-07T12:14:34.765" v="362" actId="1036"/>
          <ac:spMkLst>
            <pc:docMk/>
            <pc:sldMk cId="0" sldId="256"/>
            <ac:spMk id="2" creationId="{00000000-0000-0000-0000-000000000000}"/>
          </ac:spMkLst>
        </pc:spChg>
        <pc:spChg chg="mod">
          <ac:chgData name="anugu praharsha" userId="78d94333ac06ac5d" providerId="LiveId" clId="{267BE669-B04F-45BB-8F49-00E41E7A28C1}" dt="2026-09-07T12:08:33.736" v="26" actId="1076"/>
          <ac:spMkLst>
            <pc:docMk/>
            <pc:sldMk cId="0" sldId="256"/>
            <ac:spMk id="7" creationId="{00000000-0000-0000-0000-000000000000}"/>
          </ac:spMkLst>
        </pc:spChg>
        <pc:spChg chg="mod">
          <ac:chgData name="anugu praharsha" userId="78d94333ac06ac5d" providerId="LiveId" clId="{267BE669-B04F-45BB-8F49-00E41E7A28C1}" dt="2026-09-07T12:07:38.811" v="19" actId="1076"/>
          <ac:spMkLst>
            <pc:docMk/>
            <pc:sldMk cId="0" sldId="256"/>
            <ac:spMk id="9" creationId="{00000000-0000-0000-0000-000000000000}"/>
          </ac:spMkLst>
        </pc:spChg>
        <pc:spChg chg="mod">
          <ac:chgData name="anugu praharsha" userId="78d94333ac06ac5d" providerId="LiveId" clId="{267BE669-B04F-45BB-8F49-00E41E7A28C1}" dt="2026-09-07T12:07:43.870" v="20" actId="1076"/>
          <ac:spMkLst>
            <pc:docMk/>
            <pc:sldMk cId="0" sldId="256"/>
            <ac:spMk id="11" creationId="{00000000-0000-0000-0000-000000000000}"/>
          </ac:spMkLst>
        </pc:spChg>
        <pc:spChg chg="mod">
          <ac:chgData name="anugu praharsha" userId="78d94333ac06ac5d" providerId="LiveId" clId="{267BE669-B04F-45BB-8F49-00E41E7A28C1}" dt="2026-09-07T12:08:08.051" v="23" actId="1076"/>
          <ac:spMkLst>
            <pc:docMk/>
            <pc:sldMk cId="0" sldId="256"/>
            <ac:spMk id="12" creationId="{00000000-0000-0000-0000-000000000000}"/>
          </ac:spMkLst>
        </pc:spChg>
        <pc:spChg chg="mod">
          <ac:chgData name="anugu praharsha" userId="78d94333ac06ac5d" providerId="LiveId" clId="{267BE669-B04F-45BB-8F49-00E41E7A28C1}" dt="2026-09-07T12:08:42.885" v="27" actId="1076"/>
          <ac:spMkLst>
            <pc:docMk/>
            <pc:sldMk cId="0" sldId="256"/>
            <ac:spMk id="13" creationId="{00000000-0000-0000-0000-000000000000}"/>
          </ac:spMkLst>
        </pc:spChg>
        <pc:spChg chg="mod">
          <ac:chgData name="anugu praharsha" userId="78d94333ac06ac5d" providerId="LiveId" clId="{267BE669-B04F-45BB-8F49-00E41E7A28C1}" dt="2026-09-07T12:08:55.764" v="29" actId="1076"/>
          <ac:spMkLst>
            <pc:docMk/>
            <pc:sldMk cId="0" sldId="256"/>
            <ac:spMk id="14" creationId="{00000000-0000-0000-0000-000000000000}"/>
          </ac:spMkLst>
        </pc:spChg>
        <pc:spChg chg="mod">
          <ac:chgData name="anugu praharsha" userId="78d94333ac06ac5d" providerId="LiveId" clId="{267BE669-B04F-45BB-8F49-00E41E7A28C1}" dt="2026-09-07T12:14:29.586" v="361" actId="20577"/>
          <ac:spMkLst>
            <pc:docMk/>
            <pc:sldMk cId="0" sldId="256"/>
            <ac:spMk id="15" creationId="{00000000-0000-0000-0000-000000000000}"/>
          </ac:spMkLst>
        </pc:spChg>
      </pc:sldChg>
      <pc:sldChg chg="modSp mod">
        <pc:chgData name="anugu praharsha" userId="78d94333ac06ac5d" providerId="LiveId" clId="{267BE669-B04F-45BB-8F49-00E41E7A28C1}" dt="2026-09-07T12:23:36.633" v="411" actId="255"/>
        <pc:sldMkLst>
          <pc:docMk/>
          <pc:sldMk cId="0" sldId="257"/>
        </pc:sldMkLst>
        <pc:spChg chg="mod">
          <ac:chgData name="anugu praharsha" userId="78d94333ac06ac5d" providerId="LiveId" clId="{267BE669-B04F-45BB-8F49-00E41E7A28C1}" dt="2026-09-07T12:17:52.136" v="374" actId="207"/>
          <ac:spMkLst>
            <pc:docMk/>
            <pc:sldMk cId="0" sldId="257"/>
            <ac:spMk id="10" creationId="{00000000-0000-0000-0000-000000000000}"/>
          </ac:spMkLst>
        </pc:spChg>
        <pc:spChg chg="mod">
          <ac:chgData name="anugu praharsha" userId="78d94333ac06ac5d" providerId="LiveId" clId="{267BE669-B04F-45BB-8F49-00E41E7A28C1}" dt="2026-09-07T12:19:41.155" v="385" actId="255"/>
          <ac:spMkLst>
            <pc:docMk/>
            <pc:sldMk cId="0" sldId="257"/>
            <ac:spMk id="12" creationId="{00000000-0000-0000-0000-000000000000}"/>
          </ac:spMkLst>
        </pc:spChg>
        <pc:spChg chg="mod">
          <ac:chgData name="anugu praharsha" userId="78d94333ac06ac5d" providerId="LiveId" clId="{267BE669-B04F-45BB-8F49-00E41E7A28C1}" dt="2026-09-07T12:19:53.856" v="386" actId="255"/>
          <ac:spMkLst>
            <pc:docMk/>
            <pc:sldMk cId="0" sldId="257"/>
            <ac:spMk id="13" creationId="{00000000-0000-0000-0000-000000000000}"/>
          </ac:spMkLst>
        </pc:spChg>
        <pc:spChg chg="mod">
          <ac:chgData name="anugu praharsha" userId="78d94333ac06ac5d" providerId="LiveId" clId="{267BE669-B04F-45BB-8F49-00E41E7A28C1}" dt="2026-09-07T12:20:03.785" v="387" actId="255"/>
          <ac:spMkLst>
            <pc:docMk/>
            <pc:sldMk cId="0" sldId="257"/>
            <ac:spMk id="14" creationId="{00000000-0000-0000-0000-000000000000}"/>
          </ac:spMkLst>
        </pc:spChg>
        <pc:spChg chg="mod">
          <ac:chgData name="anugu praharsha" userId="78d94333ac06ac5d" providerId="LiveId" clId="{267BE669-B04F-45BB-8F49-00E41E7A28C1}" dt="2026-09-07T12:20:11.467" v="388" actId="255"/>
          <ac:spMkLst>
            <pc:docMk/>
            <pc:sldMk cId="0" sldId="257"/>
            <ac:spMk id="15" creationId="{00000000-0000-0000-0000-000000000000}"/>
          </ac:spMkLst>
        </pc:spChg>
        <pc:spChg chg="mod">
          <ac:chgData name="anugu praharsha" userId="78d94333ac06ac5d" providerId="LiveId" clId="{267BE669-B04F-45BB-8F49-00E41E7A28C1}" dt="2026-09-07T12:20:22.156" v="389" actId="255"/>
          <ac:spMkLst>
            <pc:docMk/>
            <pc:sldMk cId="0" sldId="257"/>
            <ac:spMk id="17" creationId="{00000000-0000-0000-0000-000000000000}"/>
          </ac:spMkLst>
        </pc:spChg>
        <pc:spChg chg="mod">
          <ac:chgData name="anugu praharsha" userId="78d94333ac06ac5d" providerId="LiveId" clId="{267BE669-B04F-45BB-8F49-00E41E7A28C1}" dt="2026-09-07T12:17:10.856" v="368" actId="255"/>
          <ac:spMkLst>
            <pc:docMk/>
            <pc:sldMk cId="0" sldId="257"/>
            <ac:spMk id="18" creationId="{00000000-0000-0000-0000-000000000000}"/>
          </ac:spMkLst>
        </pc:spChg>
        <pc:spChg chg="mod">
          <ac:chgData name="anugu praharsha" userId="78d94333ac06ac5d" providerId="LiveId" clId="{267BE669-B04F-45BB-8F49-00E41E7A28C1}" dt="2026-09-07T12:20:30.563" v="390" actId="255"/>
          <ac:spMkLst>
            <pc:docMk/>
            <pc:sldMk cId="0" sldId="257"/>
            <ac:spMk id="20" creationId="{00000000-0000-0000-0000-000000000000}"/>
          </ac:spMkLst>
        </pc:spChg>
        <pc:spChg chg="mod">
          <ac:chgData name="anugu praharsha" userId="78d94333ac06ac5d" providerId="LiveId" clId="{267BE669-B04F-45BB-8F49-00E41E7A28C1}" dt="2026-09-07T12:17:24.795" v="370" actId="255"/>
          <ac:spMkLst>
            <pc:docMk/>
            <pc:sldMk cId="0" sldId="257"/>
            <ac:spMk id="21" creationId="{00000000-0000-0000-0000-000000000000}"/>
          </ac:spMkLst>
        </pc:spChg>
        <pc:spChg chg="mod">
          <ac:chgData name="anugu praharsha" userId="78d94333ac06ac5d" providerId="LiveId" clId="{267BE669-B04F-45BB-8F49-00E41E7A28C1}" dt="2026-09-07T12:20:36.970" v="391" actId="255"/>
          <ac:spMkLst>
            <pc:docMk/>
            <pc:sldMk cId="0" sldId="257"/>
            <ac:spMk id="23" creationId="{00000000-0000-0000-0000-000000000000}"/>
          </ac:spMkLst>
        </pc:spChg>
        <pc:spChg chg="mod">
          <ac:chgData name="anugu praharsha" userId="78d94333ac06ac5d" providerId="LiveId" clId="{267BE669-B04F-45BB-8F49-00E41E7A28C1}" dt="2026-09-07T12:17:32.668" v="371" actId="255"/>
          <ac:spMkLst>
            <pc:docMk/>
            <pc:sldMk cId="0" sldId="257"/>
            <ac:spMk id="24" creationId="{00000000-0000-0000-0000-000000000000}"/>
          </ac:spMkLst>
        </pc:spChg>
        <pc:spChg chg="mod">
          <ac:chgData name="anugu praharsha" userId="78d94333ac06ac5d" providerId="LiveId" clId="{267BE669-B04F-45BB-8F49-00E41E7A28C1}" dt="2026-09-07T12:19:23.462" v="383" actId="1076"/>
          <ac:spMkLst>
            <pc:docMk/>
            <pc:sldMk cId="0" sldId="257"/>
            <ac:spMk id="25" creationId="{00000000-0000-0000-0000-000000000000}"/>
          </ac:spMkLst>
        </pc:spChg>
        <pc:spChg chg="mod">
          <ac:chgData name="anugu praharsha" userId="78d94333ac06ac5d" providerId="LiveId" clId="{267BE669-B04F-45BB-8F49-00E41E7A28C1}" dt="2026-09-07T12:18:14.556" v="376" actId="207"/>
          <ac:spMkLst>
            <pc:docMk/>
            <pc:sldMk cId="0" sldId="257"/>
            <ac:spMk id="29" creationId="{00000000-0000-0000-0000-000000000000}"/>
          </ac:spMkLst>
        </pc:spChg>
        <pc:spChg chg="mod">
          <ac:chgData name="anugu praharsha" userId="78d94333ac06ac5d" providerId="LiveId" clId="{267BE669-B04F-45BB-8F49-00E41E7A28C1}" dt="2026-09-07T12:18:26.428" v="377" actId="255"/>
          <ac:spMkLst>
            <pc:docMk/>
            <pc:sldMk cId="0" sldId="257"/>
            <ac:spMk id="31" creationId="{00000000-0000-0000-0000-000000000000}"/>
          </ac:spMkLst>
        </pc:spChg>
        <pc:spChg chg="mod">
          <ac:chgData name="anugu praharsha" userId="78d94333ac06ac5d" providerId="LiveId" clId="{267BE669-B04F-45BB-8F49-00E41E7A28C1}" dt="2026-09-07T12:18:39.286" v="378" actId="255"/>
          <ac:spMkLst>
            <pc:docMk/>
            <pc:sldMk cId="0" sldId="257"/>
            <ac:spMk id="32" creationId="{00000000-0000-0000-0000-000000000000}"/>
          </ac:spMkLst>
        </pc:spChg>
        <pc:spChg chg="mod">
          <ac:chgData name="anugu praharsha" userId="78d94333ac06ac5d" providerId="LiveId" clId="{267BE669-B04F-45BB-8F49-00E41E7A28C1}" dt="2026-09-07T12:19:31.425" v="384" actId="14100"/>
          <ac:spMkLst>
            <pc:docMk/>
            <pc:sldMk cId="0" sldId="257"/>
            <ac:spMk id="33" creationId="{00000000-0000-0000-0000-000000000000}"/>
          </ac:spMkLst>
        </pc:spChg>
        <pc:spChg chg="mod">
          <ac:chgData name="anugu praharsha" userId="78d94333ac06ac5d" providerId="LiveId" clId="{267BE669-B04F-45BB-8F49-00E41E7A28C1}" dt="2026-09-07T12:19:05.211" v="381" actId="255"/>
          <ac:spMkLst>
            <pc:docMk/>
            <pc:sldMk cId="0" sldId="257"/>
            <ac:spMk id="34" creationId="{00000000-0000-0000-0000-000000000000}"/>
          </ac:spMkLst>
        </pc:spChg>
        <pc:spChg chg="mod">
          <ac:chgData name="anugu praharsha" userId="78d94333ac06ac5d" providerId="LiveId" clId="{267BE669-B04F-45BB-8F49-00E41E7A28C1}" dt="2026-09-07T12:20:53.531" v="393" actId="255"/>
          <ac:spMkLst>
            <pc:docMk/>
            <pc:sldMk cId="0" sldId="257"/>
            <ac:spMk id="36" creationId="{00000000-0000-0000-0000-000000000000}"/>
          </ac:spMkLst>
        </pc:spChg>
        <pc:spChg chg="mod">
          <ac:chgData name="anugu praharsha" userId="78d94333ac06ac5d" providerId="LiveId" clId="{267BE669-B04F-45BB-8F49-00E41E7A28C1}" dt="2026-09-07T12:21:28.722" v="397" actId="255"/>
          <ac:spMkLst>
            <pc:docMk/>
            <pc:sldMk cId="0" sldId="257"/>
            <ac:spMk id="37" creationId="{00000000-0000-0000-0000-000000000000}"/>
          </ac:spMkLst>
        </pc:spChg>
        <pc:spChg chg="mod">
          <ac:chgData name="anugu praharsha" userId="78d94333ac06ac5d" providerId="LiveId" clId="{267BE669-B04F-45BB-8F49-00E41E7A28C1}" dt="2026-09-07T12:20:44.867" v="392" actId="255"/>
          <ac:spMkLst>
            <pc:docMk/>
            <pc:sldMk cId="0" sldId="257"/>
            <ac:spMk id="39" creationId="{00000000-0000-0000-0000-000000000000}"/>
          </ac:spMkLst>
        </pc:spChg>
        <pc:spChg chg="mod">
          <ac:chgData name="anugu praharsha" userId="78d94333ac06ac5d" providerId="LiveId" clId="{267BE669-B04F-45BB-8F49-00E41E7A28C1}" dt="2026-09-07T12:21:17.568" v="396" actId="255"/>
          <ac:spMkLst>
            <pc:docMk/>
            <pc:sldMk cId="0" sldId="257"/>
            <ac:spMk id="40" creationId="{00000000-0000-0000-0000-000000000000}"/>
          </ac:spMkLst>
        </pc:spChg>
        <pc:spChg chg="mod">
          <ac:chgData name="anugu praharsha" userId="78d94333ac06ac5d" providerId="LiveId" clId="{267BE669-B04F-45BB-8F49-00E41E7A28C1}" dt="2026-09-07T12:21:00.022" v="394" actId="255"/>
          <ac:spMkLst>
            <pc:docMk/>
            <pc:sldMk cId="0" sldId="257"/>
            <ac:spMk id="42" creationId="{00000000-0000-0000-0000-000000000000}"/>
          </ac:spMkLst>
        </pc:spChg>
        <pc:spChg chg="mod">
          <ac:chgData name="anugu praharsha" userId="78d94333ac06ac5d" providerId="LiveId" clId="{267BE669-B04F-45BB-8F49-00E41E7A28C1}" dt="2026-09-07T12:21:09.464" v="395" actId="255"/>
          <ac:spMkLst>
            <pc:docMk/>
            <pc:sldMk cId="0" sldId="257"/>
            <ac:spMk id="43" creationId="{00000000-0000-0000-0000-000000000000}"/>
          </ac:spMkLst>
        </pc:spChg>
        <pc:spChg chg="mod">
          <ac:chgData name="anugu praharsha" userId="78d94333ac06ac5d" providerId="LiveId" clId="{267BE669-B04F-45BB-8F49-00E41E7A28C1}" dt="2026-09-07T12:22:16.164" v="402" actId="1076"/>
          <ac:spMkLst>
            <pc:docMk/>
            <pc:sldMk cId="0" sldId="257"/>
            <ac:spMk id="44" creationId="{00000000-0000-0000-0000-000000000000}"/>
          </ac:spMkLst>
        </pc:spChg>
        <pc:spChg chg="mod">
          <ac:chgData name="anugu praharsha" userId="78d94333ac06ac5d" providerId="LiveId" clId="{267BE669-B04F-45BB-8F49-00E41E7A28C1}" dt="2026-09-07T12:21:41.154" v="398" actId="207"/>
          <ac:spMkLst>
            <pc:docMk/>
            <pc:sldMk cId="0" sldId="257"/>
            <ac:spMk id="48" creationId="{00000000-0000-0000-0000-000000000000}"/>
          </ac:spMkLst>
        </pc:spChg>
        <pc:spChg chg="mod">
          <ac:chgData name="anugu praharsha" userId="78d94333ac06ac5d" providerId="LiveId" clId="{267BE669-B04F-45BB-8F49-00E41E7A28C1}" dt="2026-09-07T12:21:54.007" v="399" actId="255"/>
          <ac:spMkLst>
            <pc:docMk/>
            <pc:sldMk cId="0" sldId="257"/>
            <ac:spMk id="50" creationId="{00000000-0000-0000-0000-000000000000}"/>
          </ac:spMkLst>
        </pc:spChg>
        <pc:spChg chg="mod">
          <ac:chgData name="anugu praharsha" userId="78d94333ac06ac5d" providerId="LiveId" clId="{267BE669-B04F-45BB-8F49-00E41E7A28C1}" dt="2026-09-07T12:22:03.127" v="400" actId="255"/>
          <ac:spMkLst>
            <pc:docMk/>
            <pc:sldMk cId="0" sldId="257"/>
            <ac:spMk id="51" creationId="{00000000-0000-0000-0000-000000000000}"/>
          </ac:spMkLst>
        </pc:spChg>
        <pc:spChg chg="mod">
          <ac:chgData name="anugu praharsha" userId="78d94333ac06ac5d" providerId="LiveId" clId="{267BE669-B04F-45BB-8F49-00E41E7A28C1}" dt="2026-09-07T12:22:10.879" v="401" actId="255"/>
          <ac:spMkLst>
            <pc:docMk/>
            <pc:sldMk cId="0" sldId="257"/>
            <ac:spMk id="52" creationId="{00000000-0000-0000-0000-000000000000}"/>
          </ac:spMkLst>
        </pc:spChg>
        <pc:spChg chg="mod">
          <ac:chgData name="anugu praharsha" userId="78d94333ac06ac5d" providerId="LiveId" clId="{267BE669-B04F-45BB-8F49-00E41E7A28C1}" dt="2026-09-07T12:22:25.634" v="403" actId="255"/>
          <ac:spMkLst>
            <pc:docMk/>
            <pc:sldMk cId="0" sldId="257"/>
            <ac:spMk id="53" creationId="{00000000-0000-0000-0000-000000000000}"/>
          </ac:spMkLst>
        </pc:spChg>
        <pc:spChg chg="mod">
          <ac:chgData name="anugu praharsha" userId="78d94333ac06ac5d" providerId="LiveId" clId="{267BE669-B04F-45BB-8F49-00E41E7A28C1}" dt="2026-09-07T12:22:40.609" v="406" actId="1076"/>
          <ac:spMkLst>
            <pc:docMk/>
            <pc:sldMk cId="0" sldId="257"/>
            <ac:spMk id="54" creationId="{00000000-0000-0000-0000-000000000000}"/>
          </ac:spMkLst>
        </pc:spChg>
        <pc:spChg chg="mod">
          <ac:chgData name="anugu praharsha" userId="78d94333ac06ac5d" providerId="LiveId" clId="{267BE669-B04F-45BB-8F49-00E41E7A28C1}" dt="2026-09-07T12:23:05.354" v="407" actId="255"/>
          <ac:spMkLst>
            <pc:docMk/>
            <pc:sldMk cId="0" sldId="257"/>
            <ac:spMk id="55" creationId="{00000000-0000-0000-0000-000000000000}"/>
          </ac:spMkLst>
        </pc:spChg>
        <pc:spChg chg="mod">
          <ac:chgData name="anugu praharsha" userId="78d94333ac06ac5d" providerId="LiveId" clId="{267BE669-B04F-45BB-8F49-00E41E7A28C1}" dt="2026-09-07T12:22:33.305" v="404" actId="255"/>
          <ac:spMkLst>
            <pc:docMk/>
            <pc:sldMk cId="0" sldId="257"/>
            <ac:spMk id="56" creationId="{00000000-0000-0000-0000-000000000000}"/>
          </ac:spMkLst>
        </pc:spChg>
        <pc:spChg chg="mod">
          <ac:chgData name="anugu praharsha" userId="78d94333ac06ac5d" providerId="LiveId" clId="{267BE669-B04F-45BB-8F49-00E41E7A28C1}" dt="2026-09-07T12:23:13.069" v="408" actId="255"/>
          <ac:spMkLst>
            <pc:docMk/>
            <pc:sldMk cId="0" sldId="257"/>
            <ac:spMk id="58" creationId="{00000000-0000-0000-0000-000000000000}"/>
          </ac:spMkLst>
        </pc:spChg>
        <pc:spChg chg="mod">
          <ac:chgData name="anugu praharsha" userId="78d94333ac06ac5d" providerId="LiveId" clId="{267BE669-B04F-45BB-8F49-00E41E7A28C1}" dt="2026-09-07T12:23:21.978" v="409" actId="255"/>
          <ac:spMkLst>
            <pc:docMk/>
            <pc:sldMk cId="0" sldId="257"/>
            <ac:spMk id="59" creationId="{00000000-0000-0000-0000-000000000000}"/>
          </ac:spMkLst>
        </pc:spChg>
        <pc:spChg chg="mod">
          <ac:chgData name="anugu praharsha" userId="78d94333ac06ac5d" providerId="LiveId" clId="{267BE669-B04F-45BB-8F49-00E41E7A28C1}" dt="2026-09-07T12:23:36.633" v="411" actId="255"/>
          <ac:spMkLst>
            <pc:docMk/>
            <pc:sldMk cId="0" sldId="257"/>
            <ac:spMk id="61" creationId="{00000000-0000-0000-0000-000000000000}"/>
          </ac:spMkLst>
        </pc:spChg>
        <pc:spChg chg="mod">
          <ac:chgData name="anugu praharsha" userId="78d94333ac06ac5d" providerId="LiveId" clId="{267BE669-B04F-45BB-8F49-00E41E7A28C1}" dt="2026-09-07T12:23:28.412" v="410" actId="255"/>
          <ac:spMkLst>
            <pc:docMk/>
            <pc:sldMk cId="0" sldId="257"/>
            <ac:spMk id="62" creationId="{00000000-0000-0000-0000-000000000000}"/>
          </ac:spMkLst>
        </pc:spChg>
      </pc:sldChg>
      <pc:sldChg chg="modSp mod">
        <pc:chgData name="anugu praharsha" userId="78d94333ac06ac5d" providerId="LiveId" clId="{267BE669-B04F-45BB-8F49-00E41E7A28C1}" dt="2026-09-07T16:49:25.215" v="864" actId="12"/>
        <pc:sldMkLst>
          <pc:docMk/>
          <pc:sldMk cId="0" sldId="258"/>
        </pc:sldMkLst>
        <pc:spChg chg="mod">
          <ac:chgData name="anugu praharsha" userId="78d94333ac06ac5d" providerId="LiveId" clId="{267BE669-B04F-45BB-8F49-00E41E7A28C1}" dt="2026-09-07T16:45:11.323" v="834" actId="20577"/>
          <ac:spMkLst>
            <pc:docMk/>
            <pc:sldMk cId="0" sldId="258"/>
            <ac:spMk id="2" creationId="{00000000-0000-0000-0000-000000000000}"/>
          </ac:spMkLst>
        </pc:spChg>
        <pc:spChg chg="mod">
          <ac:chgData name="anugu praharsha" userId="78d94333ac06ac5d" providerId="LiveId" clId="{267BE669-B04F-45BB-8F49-00E41E7A28C1}" dt="2026-09-07T16:48:56.932" v="860" actId="12"/>
          <ac:spMkLst>
            <pc:docMk/>
            <pc:sldMk cId="0" sldId="258"/>
            <ac:spMk id="10" creationId="{00000000-0000-0000-0000-000000000000}"/>
          </ac:spMkLst>
        </pc:spChg>
        <pc:spChg chg="mod">
          <ac:chgData name="anugu praharsha" userId="78d94333ac06ac5d" providerId="LiveId" clId="{267BE669-B04F-45BB-8F49-00E41E7A28C1}" dt="2026-09-07T16:49:04.092" v="861" actId="12"/>
          <ac:spMkLst>
            <pc:docMk/>
            <pc:sldMk cId="0" sldId="258"/>
            <ac:spMk id="15" creationId="{00000000-0000-0000-0000-000000000000}"/>
          </ac:spMkLst>
        </pc:spChg>
        <pc:spChg chg="mod">
          <ac:chgData name="anugu praharsha" userId="78d94333ac06ac5d" providerId="LiveId" clId="{267BE669-B04F-45BB-8F49-00E41E7A28C1}" dt="2026-09-07T16:49:14.616" v="862" actId="12"/>
          <ac:spMkLst>
            <pc:docMk/>
            <pc:sldMk cId="0" sldId="258"/>
            <ac:spMk id="20" creationId="{00000000-0000-0000-0000-000000000000}"/>
          </ac:spMkLst>
        </pc:spChg>
        <pc:spChg chg="mod">
          <ac:chgData name="anugu praharsha" userId="78d94333ac06ac5d" providerId="LiveId" clId="{267BE669-B04F-45BB-8F49-00E41E7A28C1}" dt="2026-09-07T16:49:25.215" v="864" actId="12"/>
          <ac:spMkLst>
            <pc:docMk/>
            <pc:sldMk cId="0" sldId="258"/>
            <ac:spMk id="25" creationId="{00000000-0000-0000-0000-000000000000}"/>
          </ac:spMkLst>
        </pc:spChg>
      </pc:sldChg>
      <pc:sldChg chg="modSp mod">
        <pc:chgData name="anugu praharsha" userId="78d94333ac06ac5d" providerId="LiveId" clId="{267BE669-B04F-45BB-8F49-00E41E7A28C1}" dt="2026-09-07T12:29:40.280" v="448" actId="255"/>
        <pc:sldMkLst>
          <pc:docMk/>
          <pc:sldMk cId="0" sldId="259"/>
        </pc:sldMkLst>
        <pc:spChg chg="mod">
          <ac:chgData name="anugu praharsha" userId="78d94333ac06ac5d" providerId="LiveId" clId="{267BE669-B04F-45BB-8F49-00E41E7A28C1}" dt="2026-09-07T12:26:52.392" v="430" actId="1076"/>
          <ac:spMkLst>
            <pc:docMk/>
            <pc:sldMk cId="0" sldId="259"/>
            <ac:spMk id="6" creationId="{00000000-0000-0000-0000-000000000000}"/>
          </ac:spMkLst>
        </pc:spChg>
        <pc:spChg chg="mod">
          <ac:chgData name="anugu praharsha" userId="78d94333ac06ac5d" providerId="LiveId" clId="{267BE669-B04F-45BB-8F49-00E41E7A28C1}" dt="2026-09-07T12:24:53.087" v="417" actId="255"/>
          <ac:spMkLst>
            <pc:docMk/>
            <pc:sldMk cId="0" sldId="259"/>
            <ac:spMk id="11" creationId="{00000000-0000-0000-0000-000000000000}"/>
          </ac:spMkLst>
        </pc:spChg>
        <pc:spChg chg="mod">
          <ac:chgData name="anugu praharsha" userId="78d94333ac06ac5d" providerId="LiveId" clId="{267BE669-B04F-45BB-8F49-00E41E7A28C1}" dt="2026-09-07T12:25:01.900" v="418" actId="255"/>
          <ac:spMkLst>
            <pc:docMk/>
            <pc:sldMk cId="0" sldId="259"/>
            <ac:spMk id="17" creationId="{00000000-0000-0000-0000-000000000000}"/>
          </ac:spMkLst>
        </pc:spChg>
        <pc:spChg chg="mod">
          <ac:chgData name="anugu praharsha" userId="78d94333ac06ac5d" providerId="LiveId" clId="{267BE669-B04F-45BB-8F49-00E41E7A28C1}" dt="2026-09-07T12:25:10.091" v="419" actId="255"/>
          <ac:spMkLst>
            <pc:docMk/>
            <pc:sldMk cId="0" sldId="259"/>
            <ac:spMk id="23" creationId="{00000000-0000-0000-0000-000000000000}"/>
          </ac:spMkLst>
        </pc:spChg>
        <pc:spChg chg="mod">
          <ac:chgData name="anugu praharsha" userId="78d94333ac06ac5d" providerId="LiveId" clId="{267BE669-B04F-45BB-8F49-00E41E7A28C1}" dt="2026-09-07T12:25:19.250" v="420" actId="255"/>
          <ac:spMkLst>
            <pc:docMk/>
            <pc:sldMk cId="0" sldId="259"/>
            <ac:spMk id="29" creationId="{00000000-0000-0000-0000-000000000000}"/>
          </ac:spMkLst>
        </pc:spChg>
        <pc:spChg chg="mod">
          <ac:chgData name="anugu praharsha" userId="78d94333ac06ac5d" providerId="LiveId" clId="{267BE669-B04F-45BB-8F49-00E41E7A28C1}" dt="2026-09-07T12:25:26.740" v="421" actId="255"/>
          <ac:spMkLst>
            <pc:docMk/>
            <pc:sldMk cId="0" sldId="259"/>
            <ac:spMk id="35" creationId="{00000000-0000-0000-0000-000000000000}"/>
          </ac:spMkLst>
        </pc:spChg>
        <pc:spChg chg="mod">
          <ac:chgData name="anugu praharsha" userId="78d94333ac06ac5d" providerId="LiveId" clId="{267BE669-B04F-45BB-8F49-00E41E7A28C1}" dt="2026-09-07T12:25:33.631" v="422" actId="255"/>
          <ac:spMkLst>
            <pc:docMk/>
            <pc:sldMk cId="0" sldId="259"/>
            <ac:spMk id="41" creationId="{00000000-0000-0000-0000-000000000000}"/>
          </ac:spMkLst>
        </pc:spChg>
        <pc:spChg chg="mod">
          <ac:chgData name="anugu praharsha" userId="78d94333ac06ac5d" providerId="LiveId" clId="{267BE669-B04F-45BB-8F49-00E41E7A28C1}" dt="2026-09-07T12:25:41.920" v="423" actId="255"/>
          <ac:spMkLst>
            <pc:docMk/>
            <pc:sldMk cId="0" sldId="259"/>
            <ac:spMk id="47" creationId="{00000000-0000-0000-0000-000000000000}"/>
          </ac:spMkLst>
        </pc:spChg>
        <pc:spChg chg="mod">
          <ac:chgData name="anugu praharsha" userId="78d94333ac06ac5d" providerId="LiveId" clId="{267BE669-B04F-45BB-8F49-00E41E7A28C1}" dt="2026-09-07T12:27:15.875" v="433" actId="1076"/>
          <ac:spMkLst>
            <pc:docMk/>
            <pc:sldMk cId="0" sldId="259"/>
            <ac:spMk id="48" creationId="{00000000-0000-0000-0000-000000000000}"/>
          </ac:spMkLst>
        </pc:spChg>
        <pc:spChg chg="mod">
          <ac:chgData name="anugu praharsha" userId="78d94333ac06ac5d" providerId="LiveId" clId="{267BE669-B04F-45BB-8F49-00E41E7A28C1}" dt="2026-09-07T12:27:25.716" v="434" actId="255"/>
          <ac:spMkLst>
            <pc:docMk/>
            <pc:sldMk cId="0" sldId="259"/>
            <ac:spMk id="50" creationId="{00000000-0000-0000-0000-000000000000}"/>
          </ac:spMkLst>
        </pc:spChg>
        <pc:spChg chg="mod">
          <ac:chgData name="anugu praharsha" userId="78d94333ac06ac5d" providerId="LiveId" clId="{267BE669-B04F-45BB-8F49-00E41E7A28C1}" dt="2026-09-07T12:27:33.226" v="435" actId="255"/>
          <ac:spMkLst>
            <pc:docMk/>
            <pc:sldMk cId="0" sldId="259"/>
            <ac:spMk id="53" creationId="{00000000-0000-0000-0000-000000000000}"/>
          </ac:spMkLst>
        </pc:spChg>
        <pc:spChg chg="mod">
          <ac:chgData name="anugu praharsha" userId="78d94333ac06ac5d" providerId="LiveId" clId="{267BE669-B04F-45BB-8F49-00E41E7A28C1}" dt="2026-09-07T12:27:41.403" v="436" actId="255"/>
          <ac:spMkLst>
            <pc:docMk/>
            <pc:sldMk cId="0" sldId="259"/>
            <ac:spMk id="56" creationId="{00000000-0000-0000-0000-000000000000}"/>
          </ac:spMkLst>
        </pc:spChg>
        <pc:spChg chg="mod">
          <ac:chgData name="anugu praharsha" userId="78d94333ac06ac5d" providerId="LiveId" clId="{267BE669-B04F-45BB-8F49-00E41E7A28C1}" dt="2026-09-07T12:27:49.045" v="437" actId="255"/>
          <ac:spMkLst>
            <pc:docMk/>
            <pc:sldMk cId="0" sldId="259"/>
            <ac:spMk id="59" creationId="{00000000-0000-0000-0000-000000000000}"/>
          </ac:spMkLst>
        </pc:spChg>
        <pc:spChg chg="mod">
          <ac:chgData name="anugu praharsha" userId="78d94333ac06ac5d" providerId="LiveId" clId="{267BE669-B04F-45BB-8F49-00E41E7A28C1}" dt="2026-09-07T12:28:04.083" v="438" actId="255"/>
          <ac:spMkLst>
            <pc:docMk/>
            <pc:sldMk cId="0" sldId="259"/>
            <ac:spMk id="62" creationId="{00000000-0000-0000-0000-000000000000}"/>
          </ac:spMkLst>
        </pc:spChg>
        <pc:spChg chg="mod">
          <ac:chgData name="anugu praharsha" userId="78d94333ac06ac5d" providerId="LiveId" clId="{267BE669-B04F-45BB-8F49-00E41E7A28C1}" dt="2026-09-07T12:28:16.132" v="439" actId="255"/>
          <ac:spMkLst>
            <pc:docMk/>
            <pc:sldMk cId="0" sldId="259"/>
            <ac:spMk id="65" creationId="{00000000-0000-0000-0000-000000000000}"/>
          </ac:spMkLst>
        </pc:spChg>
        <pc:spChg chg="mod">
          <ac:chgData name="anugu praharsha" userId="78d94333ac06ac5d" providerId="LiveId" clId="{267BE669-B04F-45BB-8F49-00E41E7A28C1}" dt="2026-09-07T12:28:24.704" v="440" actId="255"/>
          <ac:spMkLst>
            <pc:docMk/>
            <pc:sldMk cId="0" sldId="259"/>
            <ac:spMk id="68" creationId="{00000000-0000-0000-0000-000000000000}"/>
          </ac:spMkLst>
        </pc:spChg>
        <pc:spChg chg="mod">
          <ac:chgData name="anugu praharsha" userId="78d94333ac06ac5d" providerId="LiveId" clId="{267BE669-B04F-45BB-8F49-00E41E7A28C1}" dt="2026-09-07T12:28:41.633" v="441" actId="255"/>
          <ac:spMkLst>
            <pc:docMk/>
            <pc:sldMk cId="0" sldId="259"/>
            <ac:spMk id="69" creationId="{00000000-0000-0000-0000-000000000000}"/>
          </ac:spMkLst>
        </pc:spChg>
        <pc:spChg chg="mod">
          <ac:chgData name="anugu praharsha" userId="78d94333ac06ac5d" providerId="LiveId" clId="{267BE669-B04F-45BB-8F49-00E41E7A28C1}" dt="2026-09-07T12:26:01.778" v="424" actId="255"/>
          <ac:spMkLst>
            <pc:docMk/>
            <pc:sldMk cId="0" sldId="259"/>
            <ac:spMk id="71" creationId="{00000000-0000-0000-0000-000000000000}"/>
          </ac:spMkLst>
        </pc:spChg>
        <pc:spChg chg="mod">
          <ac:chgData name="anugu praharsha" userId="78d94333ac06ac5d" providerId="LiveId" clId="{267BE669-B04F-45BB-8F49-00E41E7A28C1}" dt="2026-09-07T12:26:07.799" v="425" actId="255"/>
          <ac:spMkLst>
            <pc:docMk/>
            <pc:sldMk cId="0" sldId="259"/>
            <ac:spMk id="74" creationId="{00000000-0000-0000-0000-000000000000}"/>
          </ac:spMkLst>
        </pc:spChg>
        <pc:spChg chg="mod">
          <ac:chgData name="anugu praharsha" userId="78d94333ac06ac5d" providerId="LiveId" clId="{267BE669-B04F-45BB-8F49-00E41E7A28C1}" dt="2026-09-07T12:26:14.856" v="426" actId="255"/>
          <ac:spMkLst>
            <pc:docMk/>
            <pc:sldMk cId="0" sldId="259"/>
            <ac:spMk id="77" creationId="{00000000-0000-0000-0000-000000000000}"/>
          </ac:spMkLst>
        </pc:spChg>
        <pc:spChg chg="mod">
          <ac:chgData name="anugu praharsha" userId="78d94333ac06ac5d" providerId="LiveId" clId="{267BE669-B04F-45BB-8F49-00E41E7A28C1}" dt="2026-09-07T12:26:22.791" v="427" actId="255"/>
          <ac:spMkLst>
            <pc:docMk/>
            <pc:sldMk cId="0" sldId="259"/>
            <ac:spMk id="80" creationId="{00000000-0000-0000-0000-000000000000}"/>
          </ac:spMkLst>
        </pc:spChg>
        <pc:spChg chg="mod">
          <ac:chgData name="anugu praharsha" userId="78d94333ac06ac5d" providerId="LiveId" clId="{267BE669-B04F-45BB-8F49-00E41E7A28C1}" dt="2026-09-07T12:26:30.120" v="428" actId="255"/>
          <ac:spMkLst>
            <pc:docMk/>
            <pc:sldMk cId="0" sldId="259"/>
            <ac:spMk id="83" creationId="{00000000-0000-0000-0000-000000000000}"/>
          </ac:spMkLst>
        </pc:spChg>
        <pc:spChg chg="mod">
          <ac:chgData name="anugu praharsha" userId="78d94333ac06ac5d" providerId="LiveId" clId="{267BE669-B04F-45BB-8F49-00E41E7A28C1}" dt="2026-09-07T12:26:44.765" v="429" actId="255"/>
          <ac:spMkLst>
            <pc:docMk/>
            <pc:sldMk cId="0" sldId="259"/>
            <ac:spMk id="86" creationId="{00000000-0000-0000-0000-000000000000}"/>
          </ac:spMkLst>
        </pc:spChg>
        <pc:spChg chg="mod">
          <ac:chgData name="anugu praharsha" userId="78d94333ac06ac5d" providerId="LiveId" clId="{267BE669-B04F-45BB-8F49-00E41E7A28C1}" dt="2026-09-07T12:28:49.196" v="442" actId="255"/>
          <ac:spMkLst>
            <pc:docMk/>
            <pc:sldMk cId="0" sldId="259"/>
            <ac:spMk id="87" creationId="{00000000-0000-0000-0000-000000000000}"/>
          </ac:spMkLst>
        </pc:spChg>
        <pc:spChg chg="mod">
          <ac:chgData name="anugu praharsha" userId="78d94333ac06ac5d" providerId="LiveId" clId="{267BE669-B04F-45BB-8F49-00E41E7A28C1}" dt="2026-09-07T12:28:56.013" v="443" actId="255"/>
          <ac:spMkLst>
            <pc:docMk/>
            <pc:sldMk cId="0" sldId="259"/>
            <ac:spMk id="89" creationId="{00000000-0000-0000-0000-000000000000}"/>
          </ac:spMkLst>
        </pc:spChg>
        <pc:spChg chg="mod">
          <ac:chgData name="anugu praharsha" userId="78d94333ac06ac5d" providerId="LiveId" clId="{267BE669-B04F-45BB-8F49-00E41E7A28C1}" dt="2026-09-07T12:29:03.386" v="444" actId="255"/>
          <ac:spMkLst>
            <pc:docMk/>
            <pc:sldMk cId="0" sldId="259"/>
            <ac:spMk id="92" creationId="{00000000-0000-0000-0000-000000000000}"/>
          </ac:spMkLst>
        </pc:spChg>
        <pc:spChg chg="mod">
          <ac:chgData name="anugu praharsha" userId="78d94333ac06ac5d" providerId="LiveId" clId="{267BE669-B04F-45BB-8F49-00E41E7A28C1}" dt="2026-09-07T12:29:12.473" v="445" actId="255"/>
          <ac:spMkLst>
            <pc:docMk/>
            <pc:sldMk cId="0" sldId="259"/>
            <ac:spMk id="95" creationId="{00000000-0000-0000-0000-000000000000}"/>
          </ac:spMkLst>
        </pc:spChg>
        <pc:spChg chg="mod">
          <ac:chgData name="anugu praharsha" userId="78d94333ac06ac5d" providerId="LiveId" clId="{267BE669-B04F-45BB-8F49-00E41E7A28C1}" dt="2026-09-07T12:29:21.116" v="446" actId="255"/>
          <ac:spMkLst>
            <pc:docMk/>
            <pc:sldMk cId="0" sldId="259"/>
            <ac:spMk id="98" creationId="{00000000-0000-0000-0000-000000000000}"/>
          </ac:spMkLst>
        </pc:spChg>
        <pc:spChg chg="mod">
          <ac:chgData name="anugu praharsha" userId="78d94333ac06ac5d" providerId="LiveId" clId="{267BE669-B04F-45BB-8F49-00E41E7A28C1}" dt="2026-09-07T12:29:29.446" v="447" actId="255"/>
          <ac:spMkLst>
            <pc:docMk/>
            <pc:sldMk cId="0" sldId="259"/>
            <ac:spMk id="101" creationId="{00000000-0000-0000-0000-000000000000}"/>
          </ac:spMkLst>
        </pc:spChg>
        <pc:spChg chg="mod">
          <ac:chgData name="anugu praharsha" userId="78d94333ac06ac5d" providerId="LiveId" clId="{267BE669-B04F-45BB-8F49-00E41E7A28C1}" dt="2026-09-07T12:29:40.280" v="448" actId="255"/>
          <ac:spMkLst>
            <pc:docMk/>
            <pc:sldMk cId="0" sldId="259"/>
            <ac:spMk id="104" creationId="{00000000-0000-0000-0000-000000000000}"/>
          </ac:spMkLst>
        </pc:spChg>
      </pc:sldChg>
      <pc:sldChg chg="modSp mod ord">
        <pc:chgData name="anugu praharsha" userId="78d94333ac06ac5d" providerId="LiveId" clId="{267BE669-B04F-45BB-8F49-00E41E7A28C1}" dt="2026-09-07T12:56:30.415" v="684"/>
        <pc:sldMkLst>
          <pc:docMk/>
          <pc:sldMk cId="0" sldId="260"/>
        </pc:sldMkLst>
        <pc:spChg chg="mod">
          <ac:chgData name="anugu praharsha" userId="78d94333ac06ac5d" providerId="LiveId" clId="{267BE669-B04F-45BB-8F49-00E41E7A28C1}" dt="2026-09-07T12:31:37.671" v="461" actId="255"/>
          <ac:spMkLst>
            <pc:docMk/>
            <pc:sldMk cId="0" sldId="260"/>
            <ac:spMk id="7" creationId="{00000000-0000-0000-0000-000000000000}"/>
          </ac:spMkLst>
        </pc:spChg>
        <pc:spChg chg="mod">
          <ac:chgData name="anugu praharsha" userId="78d94333ac06ac5d" providerId="LiveId" clId="{267BE669-B04F-45BB-8F49-00E41E7A28C1}" dt="2026-09-07T12:31:55.075" v="463" actId="255"/>
          <ac:spMkLst>
            <pc:docMk/>
            <pc:sldMk cId="0" sldId="260"/>
            <ac:spMk id="9" creationId="{00000000-0000-0000-0000-000000000000}"/>
          </ac:spMkLst>
        </pc:spChg>
        <pc:spChg chg="mod">
          <ac:chgData name="anugu praharsha" userId="78d94333ac06ac5d" providerId="LiveId" clId="{267BE669-B04F-45BB-8F49-00E41E7A28C1}" dt="2026-09-07T12:32:00.667" v="464" actId="255"/>
          <ac:spMkLst>
            <pc:docMk/>
            <pc:sldMk cId="0" sldId="260"/>
            <ac:spMk id="12" creationId="{00000000-0000-0000-0000-000000000000}"/>
          </ac:spMkLst>
        </pc:spChg>
        <pc:spChg chg="mod">
          <ac:chgData name="anugu praharsha" userId="78d94333ac06ac5d" providerId="LiveId" clId="{267BE669-B04F-45BB-8F49-00E41E7A28C1}" dt="2026-09-07T12:32:08.524" v="465" actId="255"/>
          <ac:spMkLst>
            <pc:docMk/>
            <pc:sldMk cId="0" sldId="260"/>
            <ac:spMk id="15" creationId="{00000000-0000-0000-0000-000000000000}"/>
          </ac:spMkLst>
        </pc:spChg>
        <pc:spChg chg="mod">
          <ac:chgData name="anugu praharsha" userId="78d94333ac06ac5d" providerId="LiveId" clId="{267BE669-B04F-45BB-8F49-00E41E7A28C1}" dt="2026-09-07T12:32:14.948" v="466" actId="255"/>
          <ac:spMkLst>
            <pc:docMk/>
            <pc:sldMk cId="0" sldId="260"/>
            <ac:spMk id="18" creationId="{00000000-0000-0000-0000-000000000000}"/>
          </ac:spMkLst>
        </pc:spChg>
        <pc:spChg chg="mod">
          <ac:chgData name="anugu praharsha" userId="78d94333ac06ac5d" providerId="LiveId" clId="{267BE669-B04F-45BB-8F49-00E41E7A28C1}" dt="2026-09-07T12:32:16.427" v="467" actId="20577"/>
          <ac:spMkLst>
            <pc:docMk/>
            <pc:sldMk cId="0" sldId="260"/>
            <ac:spMk id="20" creationId="{00000000-0000-0000-0000-000000000000}"/>
          </ac:spMkLst>
        </pc:spChg>
        <pc:spChg chg="mod">
          <ac:chgData name="anugu praharsha" userId="78d94333ac06ac5d" providerId="LiveId" clId="{267BE669-B04F-45BB-8F49-00E41E7A28C1}" dt="2026-09-07T12:32:21.092" v="468" actId="255"/>
          <ac:spMkLst>
            <pc:docMk/>
            <pc:sldMk cId="0" sldId="260"/>
            <ac:spMk id="21" creationId="{00000000-0000-0000-0000-000000000000}"/>
          </ac:spMkLst>
        </pc:spChg>
        <pc:spChg chg="mod">
          <ac:chgData name="anugu praharsha" userId="78d94333ac06ac5d" providerId="LiveId" clId="{267BE669-B04F-45BB-8F49-00E41E7A28C1}" dt="2026-09-07T12:32:28.419" v="469" actId="255"/>
          <ac:spMkLst>
            <pc:docMk/>
            <pc:sldMk cId="0" sldId="260"/>
            <ac:spMk id="24" creationId="{00000000-0000-0000-0000-000000000000}"/>
          </ac:spMkLst>
        </pc:spChg>
        <pc:spChg chg="mod">
          <ac:chgData name="anugu praharsha" userId="78d94333ac06ac5d" providerId="LiveId" clId="{267BE669-B04F-45BB-8F49-00E41E7A28C1}" dt="2026-09-07T12:32:44.101" v="470" actId="255"/>
          <ac:spMkLst>
            <pc:docMk/>
            <pc:sldMk cId="0" sldId="260"/>
            <ac:spMk id="27" creationId="{00000000-0000-0000-0000-000000000000}"/>
          </ac:spMkLst>
        </pc:spChg>
        <pc:spChg chg="mod">
          <ac:chgData name="anugu praharsha" userId="78d94333ac06ac5d" providerId="LiveId" clId="{267BE669-B04F-45BB-8F49-00E41E7A28C1}" dt="2026-09-07T12:32:51.539" v="471" actId="255"/>
          <ac:spMkLst>
            <pc:docMk/>
            <pc:sldMk cId="0" sldId="260"/>
            <ac:spMk id="30" creationId="{00000000-0000-0000-0000-000000000000}"/>
          </ac:spMkLst>
        </pc:spChg>
        <pc:spChg chg="mod">
          <ac:chgData name="anugu praharsha" userId="78d94333ac06ac5d" providerId="LiveId" clId="{267BE669-B04F-45BB-8F49-00E41E7A28C1}" dt="2026-09-07T12:31:45.572" v="462" actId="255"/>
          <ac:spMkLst>
            <pc:docMk/>
            <pc:sldMk cId="0" sldId="260"/>
            <ac:spMk id="32" creationId="{00000000-0000-0000-0000-000000000000}"/>
          </ac:spMkLst>
        </pc:spChg>
        <pc:spChg chg="mod">
          <ac:chgData name="anugu praharsha" userId="78d94333ac06ac5d" providerId="LiveId" clId="{267BE669-B04F-45BB-8F49-00E41E7A28C1}" dt="2026-09-07T12:30:39.443" v="453" actId="255"/>
          <ac:spMkLst>
            <pc:docMk/>
            <pc:sldMk cId="0" sldId="260"/>
            <ac:spMk id="34" creationId="{00000000-0000-0000-0000-000000000000}"/>
          </ac:spMkLst>
        </pc:spChg>
        <pc:spChg chg="mod">
          <ac:chgData name="anugu praharsha" userId="78d94333ac06ac5d" providerId="LiveId" clId="{267BE669-B04F-45BB-8F49-00E41E7A28C1}" dt="2026-09-07T12:30:50.231" v="454" actId="255"/>
          <ac:spMkLst>
            <pc:docMk/>
            <pc:sldMk cId="0" sldId="260"/>
            <ac:spMk id="37" creationId="{00000000-0000-0000-0000-000000000000}"/>
          </ac:spMkLst>
        </pc:spChg>
        <pc:spChg chg="mod">
          <ac:chgData name="anugu praharsha" userId="78d94333ac06ac5d" providerId="LiveId" clId="{267BE669-B04F-45BB-8F49-00E41E7A28C1}" dt="2026-09-07T12:30:52.635" v="455" actId="20577"/>
          <ac:spMkLst>
            <pc:docMk/>
            <pc:sldMk cId="0" sldId="260"/>
            <ac:spMk id="39" creationId="{00000000-0000-0000-0000-000000000000}"/>
          </ac:spMkLst>
        </pc:spChg>
        <pc:spChg chg="mod">
          <ac:chgData name="anugu praharsha" userId="78d94333ac06ac5d" providerId="LiveId" clId="{267BE669-B04F-45BB-8F49-00E41E7A28C1}" dt="2026-09-07T12:30:58.617" v="456" actId="255"/>
          <ac:spMkLst>
            <pc:docMk/>
            <pc:sldMk cId="0" sldId="260"/>
            <ac:spMk id="40" creationId="{00000000-0000-0000-0000-000000000000}"/>
          </ac:spMkLst>
        </pc:spChg>
        <pc:spChg chg="mod">
          <ac:chgData name="anugu praharsha" userId="78d94333ac06ac5d" providerId="LiveId" clId="{267BE669-B04F-45BB-8F49-00E41E7A28C1}" dt="2026-09-07T12:31:08.543" v="457" actId="255"/>
          <ac:spMkLst>
            <pc:docMk/>
            <pc:sldMk cId="0" sldId="260"/>
            <ac:spMk id="43" creationId="{00000000-0000-0000-0000-000000000000}"/>
          </ac:spMkLst>
        </pc:spChg>
        <pc:spChg chg="mod">
          <ac:chgData name="anugu praharsha" userId="78d94333ac06ac5d" providerId="LiveId" clId="{267BE669-B04F-45BB-8F49-00E41E7A28C1}" dt="2026-09-07T12:31:16.328" v="458" actId="255"/>
          <ac:spMkLst>
            <pc:docMk/>
            <pc:sldMk cId="0" sldId="260"/>
            <ac:spMk id="46" creationId="{00000000-0000-0000-0000-000000000000}"/>
          </ac:spMkLst>
        </pc:spChg>
        <pc:spChg chg="mod">
          <ac:chgData name="anugu praharsha" userId="78d94333ac06ac5d" providerId="LiveId" clId="{267BE669-B04F-45BB-8F49-00E41E7A28C1}" dt="2026-09-07T12:31:22.679" v="459" actId="255"/>
          <ac:spMkLst>
            <pc:docMk/>
            <pc:sldMk cId="0" sldId="260"/>
            <ac:spMk id="49" creationId="{00000000-0000-0000-0000-000000000000}"/>
          </ac:spMkLst>
        </pc:spChg>
        <pc:spChg chg="mod">
          <ac:chgData name="anugu praharsha" userId="78d94333ac06ac5d" providerId="LiveId" clId="{267BE669-B04F-45BB-8F49-00E41E7A28C1}" dt="2026-09-07T12:31:29.055" v="460" actId="255"/>
          <ac:spMkLst>
            <pc:docMk/>
            <pc:sldMk cId="0" sldId="260"/>
            <ac:spMk id="52" creationId="{00000000-0000-0000-0000-000000000000}"/>
          </ac:spMkLst>
        </pc:spChg>
        <pc:spChg chg="mod">
          <ac:chgData name="anugu praharsha" userId="78d94333ac06ac5d" providerId="LiveId" clId="{267BE669-B04F-45BB-8F49-00E41E7A28C1}" dt="2026-09-07T12:30:29.138" v="452" actId="255"/>
          <ac:spMkLst>
            <pc:docMk/>
            <pc:sldMk cId="0" sldId="260"/>
            <ac:spMk id="54" creationId="{00000000-0000-0000-0000-000000000000}"/>
          </ac:spMkLst>
        </pc:spChg>
        <pc:spChg chg="mod">
          <ac:chgData name="anugu praharsha" userId="78d94333ac06ac5d" providerId="LiveId" clId="{267BE669-B04F-45BB-8F49-00E41E7A28C1}" dt="2026-09-07T12:30:10.057" v="450" actId="1076"/>
          <ac:spMkLst>
            <pc:docMk/>
            <pc:sldMk cId="0" sldId="260"/>
            <ac:spMk id="55" creationId="{00000000-0000-0000-0000-000000000000}"/>
          </ac:spMkLst>
        </pc:spChg>
        <pc:spChg chg="mod">
          <ac:chgData name="anugu praharsha" userId="78d94333ac06ac5d" providerId="LiveId" clId="{267BE669-B04F-45BB-8F49-00E41E7A28C1}" dt="2026-09-07T12:30:15.333" v="451" actId="14100"/>
          <ac:spMkLst>
            <pc:docMk/>
            <pc:sldMk cId="0" sldId="260"/>
            <ac:spMk id="56" creationId="{00000000-0000-0000-0000-000000000000}"/>
          </ac:spMkLst>
        </pc:spChg>
      </pc:sldChg>
      <pc:sldChg chg="addSp modSp mod ord">
        <pc:chgData name="anugu praharsha" userId="78d94333ac06ac5d" providerId="LiveId" clId="{267BE669-B04F-45BB-8F49-00E41E7A28C1}" dt="2026-09-07T13:20:18.024" v="820" actId="1035"/>
        <pc:sldMkLst>
          <pc:docMk/>
          <pc:sldMk cId="0" sldId="261"/>
        </pc:sldMkLst>
        <pc:spChg chg="mod">
          <ac:chgData name="anugu praharsha" userId="78d94333ac06ac5d" providerId="LiveId" clId="{267BE669-B04F-45BB-8F49-00E41E7A28C1}" dt="2026-09-07T12:56:05.960" v="682" actId="20577"/>
          <ac:spMkLst>
            <pc:docMk/>
            <pc:sldMk cId="0" sldId="261"/>
            <ac:spMk id="2" creationId="{00000000-0000-0000-0000-000000000000}"/>
          </ac:spMkLst>
        </pc:spChg>
        <pc:spChg chg="mod">
          <ac:chgData name="anugu praharsha" userId="78d94333ac06ac5d" providerId="LiveId" clId="{267BE669-B04F-45BB-8F49-00E41E7A28C1}" dt="2026-09-07T12:33:10.906" v="472" actId="255"/>
          <ac:spMkLst>
            <pc:docMk/>
            <pc:sldMk cId="0" sldId="261"/>
            <ac:spMk id="9" creationId="{00000000-0000-0000-0000-000000000000}"/>
          </ac:spMkLst>
        </pc:spChg>
        <pc:spChg chg="mod">
          <ac:chgData name="anugu praharsha" userId="78d94333ac06ac5d" providerId="LiveId" clId="{267BE669-B04F-45BB-8F49-00E41E7A28C1}" dt="2026-09-07T12:33:29.410" v="474" actId="255"/>
          <ac:spMkLst>
            <pc:docMk/>
            <pc:sldMk cId="0" sldId="261"/>
            <ac:spMk id="11" creationId="{00000000-0000-0000-0000-000000000000}"/>
          </ac:spMkLst>
        </pc:spChg>
        <pc:spChg chg="mod">
          <ac:chgData name="anugu praharsha" userId="78d94333ac06ac5d" providerId="LiveId" clId="{267BE669-B04F-45BB-8F49-00E41E7A28C1}" dt="2026-09-07T12:33:19.703" v="473" actId="255"/>
          <ac:spMkLst>
            <pc:docMk/>
            <pc:sldMk cId="0" sldId="261"/>
            <ac:spMk id="12" creationId="{00000000-0000-0000-0000-000000000000}"/>
          </ac:spMkLst>
        </pc:spChg>
        <pc:spChg chg="mod">
          <ac:chgData name="anugu praharsha" userId="78d94333ac06ac5d" providerId="LiveId" clId="{267BE669-B04F-45BB-8F49-00E41E7A28C1}" dt="2026-09-07T12:34:14.258" v="476" actId="255"/>
          <ac:spMkLst>
            <pc:docMk/>
            <pc:sldMk cId="0" sldId="261"/>
            <ac:spMk id="16" creationId="{00000000-0000-0000-0000-000000000000}"/>
          </ac:spMkLst>
        </pc:spChg>
        <pc:spChg chg="mod">
          <ac:chgData name="anugu praharsha" userId="78d94333ac06ac5d" providerId="LiveId" clId="{267BE669-B04F-45BB-8F49-00E41E7A28C1}" dt="2026-09-07T12:34:29.213" v="477" actId="255"/>
          <ac:spMkLst>
            <pc:docMk/>
            <pc:sldMk cId="0" sldId="261"/>
            <ac:spMk id="18" creationId="{00000000-0000-0000-0000-000000000000}"/>
          </ac:spMkLst>
        </pc:spChg>
        <pc:spChg chg="mod">
          <ac:chgData name="anugu praharsha" userId="78d94333ac06ac5d" providerId="LiveId" clId="{267BE669-B04F-45BB-8F49-00E41E7A28C1}" dt="2026-09-07T12:34:05.680" v="475" actId="255"/>
          <ac:spMkLst>
            <pc:docMk/>
            <pc:sldMk cId="0" sldId="261"/>
            <ac:spMk id="19" creationId="{00000000-0000-0000-0000-000000000000}"/>
          </ac:spMkLst>
        </pc:spChg>
        <pc:spChg chg="mod">
          <ac:chgData name="anugu praharsha" userId="78d94333ac06ac5d" providerId="LiveId" clId="{267BE669-B04F-45BB-8F49-00E41E7A28C1}" dt="2026-09-07T12:34:42.409" v="478" actId="255"/>
          <ac:spMkLst>
            <pc:docMk/>
            <pc:sldMk cId="0" sldId="261"/>
            <ac:spMk id="23" creationId="{00000000-0000-0000-0000-000000000000}"/>
          </ac:spMkLst>
        </pc:spChg>
        <pc:spChg chg="mod">
          <ac:chgData name="anugu praharsha" userId="78d94333ac06ac5d" providerId="LiveId" clId="{267BE669-B04F-45BB-8F49-00E41E7A28C1}" dt="2026-09-07T12:35:14.132" v="482" actId="14100"/>
          <ac:spMkLst>
            <pc:docMk/>
            <pc:sldMk cId="0" sldId="261"/>
            <ac:spMk id="24" creationId="{00000000-0000-0000-0000-000000000000}"/>
          </ac:spMkLst>
        </pc:spChg>
        <pc:spChg chg="mod">
          <ac:chgData name="anugu praharsha" userId="78d94333ac06ac5d" providerId="LiveId" clId="{267BE669-B04F-45BB-8F49-00E41E7A28C1}" dt="2026-09-07T12:35:00.331" v="480" actId="14100"/>
          <ac:spMkLst>
            <pc:docMk/>
            <pc:sldMk cId="0" sldId="261"/>
            <ac:spMk id="25" creationId="{00000000-0000-0000-0000-000000000000}"/>
          </ac:spMkLst>
        </pc:spChg>
        <pc:spChg chg="mod">
          <ac:chgData name="anugu praharsha" userId="78d94333ac06ac5d" providerId="LiveId" clId="{267BE669-B04F-45BB-8F49-00E41E7A28C1}" dt="2026-09-07T12:35:26.701" v="483" actId="255"/>
          <ac:spMkLst>
            <pc:docMk/>
            <pc:sldMk cId="0" sldId="261"/>
            <ac:spMk id="26" creationId="{00000000-0000-0000-0000-000000000000}"/>
          </ac:spMkLst>
        </pc:spChg>
        <pc:spChg chg="mod">
          <ac:chgData name="anugu praharsha" userId="78d94333ac06ac5d" providerId="LiveId" clId="{267BE669-B04F-45BB-8F49-00E41E7A28C1}" dt="2026-09-07T12:35:59.587" v="487" actId="1076"/>
          <ac:spMkLst>
            <pc:docMk/>
            <pc:sldMk cId="0" sldId="261"/>
            <ac:spMk id="27" creationId="{00000000-0000-0000-0000-000000000000}"/>
          </ac:spMkLst>
        </pc:spChg>
        <pc:spChg chg="mod">
          <ac:chgData name="anugu praharsha" userId="78d94333ac06ac5d" providerId="LiveId" clId="{267BE669-B04F-45BB-8F49-00E41E7A28C1}" dt="2026-09-07T12:36:20.170" v="490" actId="1076"/>
          <ac:spMkLst>
            <pc:docMk/>
            <pc:sldMk cId="0" sldId="261"/>
            <ac:spMk id="30" creationId="{00000000-0000-0000-0000-000000000000}"/>
          </ac:spMkLst>
        </pc:spChg>
        <pc:spChg chg="mod">
          <ac:chgData name="anugu praharsha" userId="78d94333ac06ac5d" providerId="LiveId" clId="{267BE669-B04F-45BB-8F49-00E41E7A28C1}" dt="2026-09-07T12:36:31.189" v="491" actId="255"/>
          <ac:spMkLst>
            <pc:docMk/>
            <pc:sldMk cId="0" sldId="261"/>
            <ac:spMk id="32" creationId="{00000000-0000-0000-0000-000000000000}"/>
          </ac:spMkLst>
        </pc:spChg>
        <pc:spChg chg="mod">
          <ac:chgData name="anugu praharsha" userId="78d94333ac06ac5d" providerId="LiveId" clId="{267BE669-B04F-45BB-8F49-00E41E7A28C1}" dt="2026-09-07T12:35:37.369" v="484" actId="255"/>
          <ac:spMkLst>
            <pc:docMk/>
            <pc:sldMk cId="0" sldId="261"/>
            <ac:spMk id="33" creationId="{00000000-0000-0000-0000-000000000000}"/>
          </ac:spMkLst>
        </pc:spChg>
        <pc:picChg chg="add mod">
          <ac:chgData name="anugu praharsha" userId="78d94333ac06ac5d" providerId="LiveId" clId="{267BE669-B04F-45BB-8F49-00E41E7A28C1}" dt="2026-09-07T13:20:18.024" v="820" actId="1035"/>
          <ac:picMkLst>
            <pc:docMk/>
            <pc:sldMk cId="0" sldId="261"/>
            <ac:picMk id="37" creationId="{9641120C-FDF6-734A-94A5-95BEDCBA7A2B}"/>
          </ac:picMkLst>
        </pc:picChg>
      </pc:sldChg>
      <pc:sldChg chg="addSp delSp modSp mod ord">
        <pc:chgData name="anugu praharsha" userId="78d94333ac06ac5d" providerId="LiveId" clId="{267BE669-B04F-45BB-8F49-00E41E7A28C1}" dt="2026-09-07T13:17:58.328" v="809" actId="20577"/>
        <pc:sldMkLst>
          <pc:docMk/>
          <pc:sldMk cId="0" sldId="262"/>
        </pc:sldMkLst>
        <pc:spChg chg="mod">
          <ac:chgData name="anugu praharsha" userId="78d94333ac06ac5d" providerId="LiveId" clId="{267BE669-B04F-45BB-8F49-00E41E7A28C1}" dt="2026-09-07T13:17:41.631" v="794" actId="1036"/>
          <ac:spMkLst>
            <pc:docMk/>
            <pc:sldMk cId="0" sldId="262"/>
            <ac:spMk id="3" creationId="{00000000-0000-0000-0000-000000000000}"/>
          </ac:spMkLst>
        </pc:spChg>
        <pc:spChg chg="mod">
          <ac:chgData name="anugu praharsha" userId="78d94333ac06ac5d" providerId="LiveId" clId="{267BE669-B04F-45BB-8F49-00E41E7A28C1}" dt="2026-09-07T12:37:16.273" v="493" actId="255"/>
          <ac:spMkLst>
            <pc:docMk/>
            <pc:sldMk cId="0" sldId="262"/>
            <ac:spMk id="9" creationId="{00000000-0000-0000-0000-000000000000}"/>
          </ac:spMkLst>
        </pc:spChg>
        <pc:spChg chg="mod">
          <ac:chgData name="anugu praharsha" userId="78d94333ac06ac5d" providerId="LiveId" clId="{267BE669-B04F-45BB-8F49-00E41E7A28C1}" dt="2026-09-07T12:54:51.682" v="664" actId="14100"/>
          <ac:spMkLst>
            <pc:docMk/>
            <pc:sldMk cId="0" sldId="262"/>
            <ac:spMk id="10" creationId="{00000000-0000-0000-0000-000000000000}"/>
          </ac:spMkLst>
        </pc:spChg>
        <pc:spChg chg="mod">
          <ac:chgData name="anugu praharsha" userId="78d94333ac06ac5d" providerId="LiveId" clId="{267BE669-B04F-45BB-8F49-00E41E7A28C1}" dt="2026-09-07T12:39:15.972" v="495" actId="255"/>
          <ac:spMkLst>
            <pc:docMk/>
            <pc:sldMk cId="0" sldId="262"/>
            <ac:spMk id="13" creationId="{00000000-0000-0000-0000-000000000000}"/>
          </ac:spMkLst>
        </pc:spChg>
        <pc:spChg chg="mod">
          <ac:chgData name="anugu praharsha" userId="78d94333ac06ac5d" providerId="LiveId" clId="{267BE669-B04F-45BB-8F49-00E41E7A28C1}" dt="2026-09-07T12:39:22.374" v="496" actId="255"/>
          <ac:spMkLst>
            <pc:docMk/>
            <pc:sldMk cId="0" sldId="262"/>
            <ac:spMk id="14" creationId="{00000000-0000-0000-0000-000000000000}"/>
          </ac:spMkLst>
        </pc:spChg>
        <pc:spChg chg="del mod">
          <ac:chgData name="anugu praharsha" userId="78d94333ac06ac5d" providerId="LiveId" clId="{267BE669-B04F-45BB-8F49-00E41E7A28C1}" dt="2026-09-07T12:47:55.843" v="565" actId="478"/>
          <ac:spMkLst>
            <pc:docMk/>
            <pc:sldMk cId="0" sldId="262"/>
            <ac:spMk id="15" creationId="{00000000-0000-0000-0000-000000000000}"/>
          </ac:spMkLst>
        </pc:spChg>
        <pc:spChg chg="del mod">
          <ac:chgData name="anugu praharsha" userId="78d94333ac06ac5d" providerId="LiveId" clId="{267BE669-B04F-45BB-8F49-00E41E7A28C1}" dt="2026-09-07T12:45:09.272" v="537" actId="21"/>
          <ac:spMkLst>
            <pc:docMk/>
            <pc:sldMk cId="0" sldId="262"/>
            <ac:spMk id="16" creationId="{00000000-0000-0000-0000-000000000000}"/>
          </ac:spMkLst>
        </pc:spChg>
        <pc:spChg chg="del">
          <ac:chgData name="anugu praharsha" userId="78d94333ac06ac5d" providerId="LiveId" clId="{267BE669-B04F-45BB-8F49-00E41E7A28C1}" dt="2026-09-07T12:45:09.272" v="537" actId="21"/>
          <ac:spMkLst>
            <pc:docMk/>
            <pc:sldMk cId="0" sldId="262"/>
            <ac:spMk id="18" creationId="{00000000-0000-0000-0000-000000000000}"/>
          </ac:spMkLst>
        </pc:spChg>
        <pc:spChg chg="del">
          <ac:chgData name="anugu praharsha" userId="78d94333ac06ac5d" providerId="LiveId" clId="{267BE669-B04F-45BB-8F49-00E41E7A28C1}" dt="2026-09-07T12:45:09.272" v="537" actId="21"/>
          <ac:spMkLst>
            <pc:docMk/>
            <pc:sldMk cId="0" sldId="262"/>
            <ac:spMk id="19" creationId="{00000000-0000-0000-0000-000000000000}"/>
          </ac:spMkLst>
        </pc:spChg>
        <pc:spChg chg="del mod">
          <ac:chgData name="anugu praharsha" userId="78d94333ac06ac5d" providerId="LiveId" clId="{267BE669-B04F-45BB-8F49-00E41E7A28C1}" dt="2026-09-07T12:46:42.651" v="551" actId="21"/>
          <ac:spMkLst>
            <pc:docMk/>
            <pc:sldMk cId="0" sldId="262"/>
            <ac:spMk id="20" creationId="{00000000-0000-0000-0000-000000000000}"/>
          </ac:spMkLst>
        </pc:spChg>
        <pc:spChg chg="del">
          <ac:chgData name="anugu praharsha" userId="78d94333ac06ac5d" providerId="LiveId" clId="{267BE669-B04F-45BB-8F49-00E41E7A28C1}" dt="2026-09-07T12:46:42.651" v="551" actId="21"/>
          <ac:spMkLst>
            <pc:docMk/>
            <pc:sldMk cId="0" sldId="262"/>
            <ac:spMk id="21" creationId="{00000000-0000-0000-0000-000000000000}"/>
          </ac:spMkLst>
        </pc:spChg>
        <pc:spChg chg="del">
          <ac:chgData name="anugu praharsha" userId="78d94333ac06ac5d" providerId="LiveId" clId="{267BE669-B04F-45BB-8F49-00E41E7A28C1}" dt="2026-09-07T12:46:42.651" v="551" actId="21"/>
          <ac:spMkLst>
            <pc:docMk/>
            <pc:sldMk cId="0" sldId="262"/>
            <ac:spMk id="23" creationId="{00000000-0000-0000-0000-000000000000}"/>
          </ac:spMkLst>
        </pc:spChg>
        <pc:spChg chg="del mod">
          <ac:chgData name="anugu praharsha" userId="78d94333ac06ac5d" providerId="LiveId" clId="{267BE669-B04F-45BB-8F49-00E41E7A28C1}" dt="2026-09-07T12:46:42.651" v="551" actId="21"/>
          <ac:spMkLst>
            <pc:docMk/>
            <pc:sldMk cId="0" sldId="262"/>
            <ac:spMk id="24" creationId="{00000000-0000-0000-0000-000000000000}"/>
          </ac:spMkLst>
        </pc:spChg>
        <pc:spChg chg="del mod">
          <ac:chgData name="anugu praharsha" userId="78d94333ac06ac5d" providerId="LiveId" clId="{267BE669-B04F-45BB-8F49-00E41E7A28C1}" dt="2026-09-07T12:48:01.092" v="566" actId="478"/>
          <ac:spMkLst>
            <pc:docMk/>
            <pc:sldMk cId="0" sldId="262"/>
            <ac:spMk id="25" creationId="{00000000-0000-0000-0000-000000000000}"/>
          </ac:spMkLst>
        </pc:spChg>
        <pc:spChg chg="add del mod">
          <ac:chgData name="anugu praharsha" userId="78d94333ac06ac5d" providerId="LiveId" clId="{267BE669-B04F-45BB-8F49-00E41E7A28C1}" dt="2026-09-07T12:48:09.446" v="567" actId="21"/>
          <ac:spMkLst>
            <pc:docMk/>
            <pc:sldMk cId="0" sldId="262"/>
            <ac:spMk id="26" creationId="{00000000-0000-0000-0000-000000000000}"/>
          </ac:spMkLst>
        </pc:spChg>
        <pc:spChg chg="del">
          <ac:chgData name="anugu praharsha" userId="78d94333ac06ac5d" providerId="LiveId" clId="{267BE669-B04F-45BB-8F49-00E41E7A28C1}" dt="2026-09-07T12:48:09.446" v="567" actId="21"/>
          <ac:spMkLst>
            <pc:docMk/>
            <pc:sldMk cId="0" sldId="262"/>
            <ac:spMk id="28" creationId="{00000000-0000-0000-0000-000000000000}"/>
          </ac:spMkLst>
        </pc:spChg>
        <pc:spChg chg="del">
          <ac:chgData name="anugu praharsha" userId="78d94333ac06ac5d" providerId="LiveId" clId="{267BE669-B04F-45BB-8F49-00E41E7A28C1}" dt="2026-09-07T12:48:09.446" v="567" actId="21"/>
          <ac:spMkLst>
            <pc:docMk/>
            <pc:sldMk cId="0" sldId="262"/>
            <ac:spMk id="29" creationId="{00000000-0000-0000-0000-000000000000}"/>
          </ac:spMkLst>
        </pc:spChg>
        <pc:spChg chg="mod">
          <ac:chgData name="anugu praharsha" userId="78d94333ac06ac5d" providerId="LiveId" clId="{267BE669-B04F-45BB-8F49-00E41E7A28C1}" dt="2026-09-07T12:40:06.985" v="497" actId="20577"/>
          <ac:spMkLst>
            <pc:docMk/>
            <pc:sldMk cId="0" sldId="262"/>
            <ac:spMk id="30" creationId="{00000000-0000-0000-0000-000000000000}"/>
          </ac:spMkLst>
        </pc:spChg>
        <pc:spChg chg="del">
          <ac:chgData name="anugu praharsha" userId="78d94333ac06ac5d" providerId="LiveId" clId="{267BE669-B04F-45BB-8F49-00E41E7A28C1}" dt="2026-09-07T12:40:09.450" v="498" actId="478"/>
          <ac:spMkLst>
            <pc:docMk/>
            <pc:sldMk cId="0" sldId="262"/>
            <ac:spMk id="31" creationId="{00000000-0000-0000-0000-000000000000}"/>
          </ac:spMkLst>
        </pc:spChg>
        <pc:spChg chg="del">
          <ac:chgData name="anugu praharsha" userId="78d94333ac06ac5d" providerId="LiveId" clId="{267BE669-B04F-45BB-8F49-00E41E7A28C1}" dt="2026-09-07T12:40:13.624" v="501" actId="478"/>
          <ac:spMkLst>
            <pc:docMk/>
            <pc:sldMk cId="0" sldId="262"/>
            <ac:spMk id="33" creationId="{00000000-0000-0000-0000-000000000000}"/>
          </ac:spMkLst>
        </pc:spChg>
        <pc:spChg chg="del">
          <ac:chgData name="anugu praharsha" userId="78d94333ac06ac5d" providerId="LiveId" clId="{267BE669-B04F-45BB-8F49-00E41E7A28C1}" dt="2026-09-07T12:40:12.346" v="500" actId="478"/>
          <ac:spMkLst>
            <pc:docMk/>
            <pc:sldMk cId="0" sldId="262"/>
            <ac:spMk id="34" creationId="{00000000-0000-0000-0000-000000000000}"/>
          </ac:spMkLst>
        </pc:spChg>
        <pc:spChg chg="del">
          <ac:chgData name="anugu praharsha" userId="78d94333ac06ac5d" providerId="LiveId" clId="{267BE669-B04F-45BB-8F49-00E41E7A28C1}" dt="2026-09-07T12:40:11.042" v="499" actId="478"/>
          <ac:spMkLst>
            <pc:docMk/>
            <pc:sldMk cId="0" sldId="262"/>
            <ac:spMk id="35" creationId="{00000000-0000-0000-0000-000000000000}"/>
          </ac:spMkLst>
        </pc:spChg>
        <pc:spChg chg="del">
          <ac:chgData name="anugu praharsha" userId="78d94333ac06ac5d" providerId="LiveId" clId="{267BE669-B04F-45BB-8F49-00E41E7A28C1}" dt="2026-09-07T12:40:16.497" v="503" actId="478"/>
          <ac:spMkLst>
            <pc:docMk/>
            <pc:sldMk cId="0" sldId="262"/>
            <ac:spMk id="36" creationId="{00000000-0000-0000-0000-000000000000}"/>
          </ac:spMkLst>
        </pc:spChg>
        <pc:spChg chg="del">
          <ac:chgData name="anugu praharsha" userId="78d94333ac06ac5d" providerId="LiveId" clId="{267BE669-B04F-45BB-8F49-00E41E7A28C1}" dt="2026-09-07T12:40:15.141" v="502" actId="478"/>
          <ac:spMkLst>
            <pc:docMk/>
            <pc:sldMk cId="0" sldId="262"/>
            <ac:spMk id="37" creationId="{00000000-0000-0000-0000-000000000000}"/>
          </ac:spMkLst>
        </pc:spChg>
        <pc:spChg chg="del">
          <ac:chgData name="anugu praharsha" userId="78d94333ac06ac5d" providerId="LiveId" clId="{267BE669-B04F-45BB-8F49-00E41E7A28C1}" dt="2026-09-07T12:40:19.305" v="505" actId="478"/>
          <ac:spMkLst>
            <pc:docMk/>
            <pc:sldMk cId="0" sldId="262"/>
            <ac:spMk id="39" creationId="{00000000-0000-0000-0000-000000000000}"/>
          </ac:spMkLst>
        </pc:spChg>
        <pc:spChg chg="del">
          <ac:chgData name="anugu praharsha" userId="78d94333ac06ac5d" providerId="LiveId" clId="{267BE669-B04F-45BB-8F49-00E41E7A28C1}" dt="2026-09-07T12:40:18.006" v="504" actId="478"/>
          <ac:spMkLst>
            <pc:docMk/>
            <pc:sldMk cId="0" sldId="262"/>
            <ac:spMk id="40" creationId="{00000000-0000-0000-0000-000000000000}"/>
          </ac:spMkLst>
        </pc:spChg>
        <pc:spChg chg="del">
          <ac:chgData name="anugu praharsha" userId="78d94333ac06ac5d" providerId="LiveId" clId="{267BE669-B04F-45BB-8F49-00E41E7A28C1}" dt="2026-09-07T12:40:22.295" v="507" actId="478"/>
          <ac:spMkLst>
            <pc:docMk/>
            <pc:sldMk cId="0" sldId="262"/>
            <ac:spMk id="42" creationId="{00000000-0000-0000-0000-000000000000}"/>
          </ac:spMkLst>
        </pc:spChg>
        <pc:spChg chg="del">
          <ac:chgData name="anugu praharsha" userId="78d94333ac06ac5d" providerId="LiveId" clId="{267BE669-B04F-45BB-8F49-00E41E7A28C1}" dt="2026-09-07T12:40:20.932" v="506" actId="478"/>
          <ac:spMkLst>
            <pc:docMk/>
            <pc:sldMk cId="0" sldId="262"/>
            <ac:spMk id="43" creationId="{00000000-0000-0000-0000-000000000000}"/>
          </ac:spMkLst>
        </pc:spChg>
        <pc:spChg chg="add mod">
          <ac:chgData name="anugu praharsha" userId="78d94333ac06ac5d" providerId="LiveId" clId="{267BE669-B04F-45BB-8F49-00E41E7A28C1}" dt="2026-09-07T12:43:50.715" v="528"/>
          <ac:spMkLst>
            <pc:docMk/>
            <pc:sldMk cId="0" sldId="262"/>
            <ac:spMk id="47" creationId="{E66190BD-28A0-8E9D-6D1F-CD8A077121F8}"/>
          </ac:spMkLst>
        </pc:spChg>
        <pc:spChg chg="add del">
          <ac:chgData name="anugu praharsha" userId="78d94333ac06ac5d" providerId="LiveId" clId="{267BE669-B04F-45BB-8F49-00E41E7A28C1}" dt="2026-09-07T12:45:29.515" v="539" actId="21"/>
          <ac:spMkLst>
            <pc:docMk/>
            <pc:sldMk cId="0" sldId="262"/>
            <ac:spMk id="51" creationId="{4B2ABD40-E2F1-6B3E-266D-FC46FF096E3D}"/>
          </ac:spMkLst>
        </pc:spChg>
        <pc:spChg chg="add del">
          <ac:chgData name="anugu praharsha" userId="78d94333ac06ac5d" providerId="LiveId" clId="{267BE669-B04F-45BB-8F49-00E41E7A28C1}" dt="2026-09-07T12:45:29.515" v="539" actId="21"/>
          <ac:spMkLst>
            <pc:docMk/>
            <pc:sldMk cId="0" sldId="262"/>
            <ac:spMk id="55" creationId="{95D4E25D-76A1-208C-C614-715506476A19}"/>
          </ac:spMkLst>
        </pc:spChg>
        <pc:spChg chg="add del">
          <ac:chgData name="anugu praharsha" userId="78d94333ac06ac5d" providerId="LiveId" clId="{267BE669-B04F-45BB-8F49-00E41E7A28C1}" dt="2026-09-07T12:45:29.515" v="539" actId="21"/>
          <ac:spMkLst>
            <pc:docMk/>
            <pc:sldMk cId="0" sldId="262"/>
            <ac:spMk id="57" creationId="{EE85C466-5BA3-4011-B06F-2C2BC6382C28}"/>
          </ac:spMkLst>
        </pc:spChg>
        <pc:spChg chg="add del">
          <ac:chgData name="anugu praharsha" userId="78d94333ac06ac5d" providerId="LiveId" clId="{267BE669-B04F-45BB-8F49-00E41E7A28C1}" dt="2026-09-07T12:45:35.360" v="541" actId="21"/>
          <ac:spMkLst>
            <pc:docMk/>
            <pc:sldMk cId="0" sldId="262"/>
            <ac:spMk id="59" creationId="{36A694F7-5711-A453-6EFC-87888F27DFA5}"/>
          </ac:spMkLst>
        </pc:spChg>
        <pc:spChg chg="add del">
          <ac:chgData name="anugu praharsha" userId="78d94333ac06ac5d" providerId="LiveId" clId="{267BE669-B04F-45BB-8F49-00E41E7A28C1}" dt="2026-09-07T12:45:35.360" v="541" actId="21"/>
          <ac:spMkLst>
            <pc:docMk/>
            <pc:sldMk cId="0" sldId="262"/>
            <ac:spMk id="63" creationId="{0A67B21D-58D0-C45C-E974-A219C88E3CC6}"/>
          </ac:spMkLst>
        </pc:spChg>
        <pc:spChg chg="add del">
          <ac:chgData name="anugu praharsha" userId="78d94333ac06ac5d" providerId="LiveId" clId="{267BE669-B04F-45BB-8F49-00E41E7A28C1}" dt="2026-09-07T12:45:35.360" v="541" actId="21"/>
          <ac:spMkLst>
            <pc:docMk/>
            <pc:sldMk cId="0" sldId="262"/>
            <ac:spMk id="65" creationId="{7E06BE2B-CDB3-D00E-9A57-E726981B4087}"/>
          </ac:spMkLst>
        </pc:spChg>
        <pc:spChg chg="add del">
          <ac:chgData name="anugu praharsha" userId="78d94333ac06ac5d" providerId="LiveId" clId="{267BE669-B04F-45BB-8F49-00E41E7A28C1}" dt="2026-09-07T12:47:10.020" v="554" actId="21"/>
          <ac:spMkLst>
            <pc:docMk/>
            <pc:sldMk cId="0" sldId="262"/>
            <ac:spMk id="67" creationId="{832CCC74-AE92-4E9E-B126-374650336F39}"/>
          </ac:spMkLst>
        </pc:spChg>
        <pc:spChg chg="add del">
          <ac:chgData name="anugu praharsha" userId="78d94333ac06ac5d" providerId="LiveId" clId="{267BE669-B04F-45BB-8F49-00E41E7A28C1}" dt="2026-09-07T12:47:10.020" v="554" actId="21"/>
          <ac:spMkLst>
            <pc:docMk/>
            <pc:sldMk cId="0" sldId="262"/>
            <ac:spMk id="69" creationId="{FE79708F-6429-6B50-D5EC-172CE6326A73}"/>
          </ac:spMkLst>
        </pc:spChg>
        <pc:spChg chg="add del">
          <ac:chgData name="anugu praharsha" userId="78d94333ac06ac5d" providerId="LiveId" clId="{267BE669-B04F-45BB-8F49-00E41E7A28C1}" dt="2026-09-07T12:47:10.020" v="554" actId="21"/>
          <ac:spMkLst>
            <pc:docMk/>
            <pc:sldMk cId="0" sldId="262"/>
            <ac:spMk id="73" creationId="{9FE2D594-A2E9-B4AE-D4F2-9F6DBFFC97C1}"/>
          </ac:spMkLst>
        </pc:spChg>
        <pc:spChg chg="add del">
          <ac:chgData name="anugu praharsha" userId="78d94333ac06ac5d" providerId="LiveId" clId="{267BE669-B04F-45BB-8F49-00E41E7A28C1}" dt="2026-09-07T12:47:10.020" v="554" actId="21"/>
          <ac:spMkLst>
            <pc:docMk/>
            <pc:sldMk cId="0" sldId="262"/>
            <ac:spMk id="75" creationId="{B4A2F12C-BF27-20AC-1B8C-CCF4903AF81D}"/>
          </ac:spMkLst>
        </pc:spChg>
        <pc:spChg chg="add del mod">
          <ac:chgData name="anugu praharsha" userId="78d94333ac06ac5d" providerId="LiveId" clId="{267BE669-B04F-45BB-8F49-00E41E7A28C1}" dt="2026-09-07T12:47:24.225" v="559"/>
          <ac:spMkLst>
            <pc:docMk/>
            <pc:sldMk cId="0" sldId="262"/>
            <ac:spMk id="76" creationId="{32AD5E41-F729-7F9F-19C5-F06FB335266E}"/>
          </ac:spMkLst>
        </pc:spChg>
        <pc:spChg chg="add del">
          <ac:chgData name="anugu praharsha" userId="78d94333ac06ac5d" providerId="LiveId" clId="{267BE669-B04F-45BB-8F49-00E41E7A28C1}" dt="2026-09-07T12:47:24.201" v="557" actId="21"/>
          <ac:spMkLst>
            <pc:docMk/>
            <pc:sldMk cId="0" sldId="262"/>
            <ac:spMk id="78" creationId="{7B753860-B056-D9F0-51AD-D123A7F49AFD}"/>
          </ac:spMkLst>
        </pc:spChg>
        <pc:spChg chg="add del">
          <ac:chgData name="anugu praharsha" userId="78d94333ac06ac5d" providerId="LiveId" clId="{267BE669-B04F-45BB-8F49-00E41E7A28C1}" dt="2026-09-07T12:47:24.201" v="557" actId="21"/>
          <ac:spMkLst>
            <pc:docMk/>
            <pc:sldMk cId="0" sldId="262"/>
            <ac:spMk id="80" creationId="{ACADDBE9-59BC-3094-8E48-9A5C9828C7D3}"/>
          </ac:spMkLst>
        </pc:spChg>
        <pc:spChg chg="add del">
          <ac:chgData name="anugu praharsha" userId="78d94333ac06ac5d" providerId="LiveId" clId="{267BE669-B04F-45BB-8F49-00E41E7A28C1}" dt="2026-09-07T12:47:24.201" v="557" actId="21"/>
          <ac:spMkLst>
            <pc:docMk/>
            <pc:sldMk cId="0" sldId="262"/>
            <ac:spMk id="84" creationId="{CD5F41C9-FA3C-4A93-A2E8-5858F346D36B}"/>
          </ac:spMkLst>
        </pc:spChg>
        <pc:spChg chg="add del">
          <ac:chgData name="anugu praharsha" userId="78d94333ac06ac5d" providerId="LiveId" clId="{267BE669-B04F-45BB-8F49-00E41E7A28C1}" dt="2026-09-07T12:47:24.201" v="557" actId="21"/>
          <ac:spMkLst>
            <pc:docMk/>
            <pc:sldMk cId="0" sldId="262"/>
            <ac:spMk id="86" creationId="{021FD404-43A6-1F2D-BE96-3E58114D2247}"/>
          </ac:spMkLst>
        </pc:spChg>
        <pc:spChg chg="add del mod">
          <ac:chgData name="anugu praharsha" userId="78d94333ac06ac5d" providerId="LiveId" clId="{267BE669-B04F-45BB-8F49-00E41E7A28C1}" dt="2026-09-07T12:48:56.919" v="578" actId="47"/>
          <ac:spMkLst>
            <pc:docMk/>
            <pc:sldMk cId="0" sldId="262"/>
            <ac:spMk id="87" creationId="{22304AB7-4CBD-B95F-56E0-CEA262F63713}"/>
          </ac:spMkLst>
        </pc:spChg>
        <pc:spChg chg="add del">
          <ac:chgData name="anugu praharsha" userId="78d94333ac06ac5d" providerId="LiveId" clId="{267BE669-B04F-45BB-8F49-00E41E7A28C1}" dt="2026-09-07T12:49:03.371" v="580" actId="21"/>
          <ac:spMkLst>
            <pc:docMk/>
            <pc:sldMk cId="0" sldId="262"/>
            <ac:spMk id="89" creationId="{0D217B30-0138-0DF4-9736-7E1022840C19}"/>
          </ac:spMkLst>
        </pc:spChg>
        <pc:spChg chg="add del">
          <ac:chgData name="anugu praharsha" userId="78d94333ac06ac5d" providerId="LiveId" clId="{267BE669-B04F-45BB-8F49-00E41E7A28C1}" dt="2026-09-07T12:49:03.371" v="580" actId="21"/>
          <ac:spMkLst>
            <pc:docMk/>
            <pc:sldMk cId="0" sldId="262"/>
            <ac:spMk id="91" creationId="{97FDDC50-F62F-1558-C5D2-366AE4E47481}"/>
          </ac:spMkLst>
        </pc:spChg>
        <pc:spChg chg="add del">
          <ac:chgData name="anugu praharsha" userId="78d94333ac06ac5d" providerId="LiveId" clId="{267BE669-B04F-45BB-8F49-00E41E7A28C1}" dt="2026-09-07T12:49:03.371" v="580" actId="21"/>
          <ac:spMkLst>
            <pc:docMk/>
            <pc:sldMk cId="0" sldId="262"/>
            <ac:spMk id="95" creationId="{F738C5BE-A7BB-3947-D231-6984855135D7}"/>
          </ac:spMkLst>
        </pc:spChg>
        <pc:spChg chg="add del">
          <ac:chgData name="anugu praharsha" userId="78d94333ac06ac5d" providerId="LiveId" clId="{267BE669-B04F-45BB-8F49-00E41E7A28C1}" dt="2026-09-07T12:49:03.371" v="580" actId="21"/>
          <ac:spMkLst>
            <pc:docMk/>
            <pc:sldMk cId="0" sldId="262"/>
            <ac:spMk id="97" creationId="{0A75439C-DE48-281A-D096-A933C760DE86}"/>
          </ac:spMkLst>
        </pc:spChg>
        <pc:spChg chg="add mod">
          <ac:chgData name="anugu praharsha" userId="78d94333ac06ac5d" providerId="LiveId" clId="{267BE669-B04F-45BB-8F49-00E41E7A28C1}" dt="2026-09-07T12:54:47.351" v="663" actId="14100"/>
          <ac:spMkLst>
            <pc:docMk/>
            <pc:sldMk cId="0" sldId="262"/>
            <ac:spMk id="99" creationId="{CA684D20-0C79-6A8E-8F86-8483006BE826}"/>
          </ac:spMkLst>
        </pc:spChg>
        <pc:spChg chg="add del">
          <ac:chgData name="anugu praharsha" userId="78d94333ac06ac5d" providerId="LiveId" clId="{267BE669-B04F-45BB-8F49-00E41E7A28C1}" dt="2026-09-07T12:50:25.777" v="597" actId="478"/>
          <ac:spMkLst>
            <pc:docMk/>
            <pc:sldMk cId="0" sldId="262"/>
            <ac:spMk id="101" creationId="{1BCCF887-D4FA-0789-BD4B-B09EE18C3A61}"/>
          </ac:spMkLst>
        </pc:spChg>
        <pc:spChg chg="add del">
          <ac:chgData name="anugu praharsha" userId="78d94333ac06ac5d" providerId="LiveId" clId="{267BE669-B04F-45BB-8F49-00E41E7A28C1}" dt="2026-09-07T12:50:19.611" v="595" actId="478"/>
          <ac:spMkLst>
            <pc:docMk/>
            <pc:sldMk cId="0" sldId="262"/>
            <ac:spMk id="105" creationId="{219263A7-37B2-1BEB-36BB-5997EAB273AE}"/>
          </ac:spMkLst>
        </pc:spChg>
        <pc:spChg chg="add del">
          <ac:chgData name="anugu praharsha" userId="78d94333ac06ac5d" providerId="LiveId" clId="{267BE669-B04F-45BB-8F49-00E41E7A28C1}" dt="2026-09-07T12:50:19.611" v="595" actId="478"/>
          <ac:spMkLst>
            <pc:docMk/>
            <pc:sldMk cId="0" sldId="262"/>
            <ac:spMk id="107" creationId="{0F96E6DA-F0F1-6CFA-3FC1-AD7E90C0E8B9}"/>
          </ac:spMkLst>
        </pc:spChg>
        <pc:spChg chg="add mod">
          <ac:chgData name="anugu praharsha" userId="78d94333ac06ac5d" providerId="LiveId" clId="{267BE669-B04F-45BB-8F49-00E41E7A28C1}" dt="2026-09-07T12:50:14.764" v="594" actId="1076"/>
          <ac:spMkLst>
            <pc:docMk/>
            <pc:sldMk cId="0" sldId="262"/>
            <ac:spMk id="109" creationId="{C05724AA-CB93-C171-2A66-390C2F69FA10}"/>
          </ac:spMkLst>
        </pc:spChg>
        <pc:spChg chg="add mod">
          <ac:chgData name="anugu praharsha" userId="78d94333ac06ac5d" providerId="LiveId" clId="{267BE669-B04F-45BB-8F49-00E41E7A28C1}" dt="2026-09-07T12:53:31.780" v="655" actId="255"/>
          <ac:spMkLst>
            <pc:docMk/>
            <pc:sldMk cId="0" sldId="262"/>
            <ac:spMk id="113" creationId="{DEE0432B-F258-53BB-0E47-8CF15748991C}"/>
          </ac:spMkLst>
        </pc:spChg>
        <pc:spChg chg="add mod">
          <ac:chgData name="anugu praharsha" userId="78d94333ac06ac5d" providerId="LiveId" clId="{267BE669-B04F-45BB-8F49-00E41E7A28C1}" dt="2026-09-07T12:54:00.710" v="658" actId="14100"/>
          <ac:spMkLst>
            <pc:docMk/>
            <pc:sldMk cId="0" sldId="262"/>
            <ac:spMk id="115" creationId="{AB946B4B-CED2-F0D1-A13D-4842EF69B53D}"/>
          </ac:spMkLst>
        </pc:spChg>
        <pc:spChg chg="add mod">
          <ac:chgData name="anugu praharsha" userId="78d94333ac06ac5d" providerId="LiveId" clId="{267BE669-B04F-45BB-8F49-00E41E7A28C1}" dt="2026-09-07T12:54:42.314" v="662" actId="14100"/>
          <ac:spMkLst>
            <pc:docMk/>
            <pc:sldMk cId="0" sldId="262"/>
            <ac:spMk id="117" creationId="{C0C13B0A-61E4-63BC-16ED-5C46582ED5CD}"/>
          </ac:spMkLst>
        </pc:spChg>
        <pc:spChg chg="add mod">
          <ac:chgData name="anugu praharsha" userId="78d94333ac06ac5d" providerId="LiveId" clId="{267BE669-B04F-45BB-8F49-00E41E7A28C1}" dt="2026-09-07T12:51:02.196" v="609" actId="1076"/>
          <ac:spMkLst>
            <pc:docMk/>
            <pc:sldMk cId="0" sldId="262"/>
            <ac:spMk id="119" creationId="{9DD7C873-C34E-0C72-4719-88A260B5A53D}"/>
          </ac:spMkLst>
        </pc:spChg>
        <pc:spChg chg="add mod">
          <ac:chgData name="anugu praharsha" userId="78d94333ac06ac5d" providerId="LiveId" clId="{267BE669-B04F-45BB-8F49-00E41E7A28C1}" dt="2026-09-07T12:52:39.853" v="631" actId="255"/>
          <ac:spMkLst>
            <pc:docMk/>
            <pc:sldMk cId="0" sldId="262"/>
            <ac:spMk id="123" creationId="{50ACBE91-14BF-DEF0-2106-C91B8F849909}"/>
          </ac:spMkLst>
        </pc:spChg>
        <pc:spChg chg="add mod">
          <ac:chgData name="anugu praharsha" userId="78d94333ac06ac5d" providerId="LiveId" clId="{267BE669-B04F-45BB-8F49-00E41E7A28C1}" dt="2026-09-07T12:54:31.469" v="661" actId="255"/>
          <ac:spMkLst>
            <pc:docMk/>
            <pc:sldMk cId="0" sldId="262"/>
            <ac:spMk id="125" creationId="{EDF8E5FF-C96F-D13C-2B91-94CCF80B64B0}"/>
          </ac:spMkLst>
        </pc:spChg>
        <pc:spChg chg="add mod">
          <ac:chgData name="anugu praharsha" userId="78d94333ac06ac5d" providerId="LiveId" clId="{267BE669-B04F-45BB-8F49-00E41E7A28C1}" dt="2026-09-07T13:13:03.664" v="771" actId="1076"/>
          <ac:spMkLst>
            <pc:docMk/>
            <pc:sldMk cId="0" sldId="262"/>
            <ac:spMk id="127" creationId="{EABD6B03-4901-D4F2-8AA5-B76EB37AB90A}"/>
          </ac:spMkLst>
        </pc:spChg>
        <pc:spChg chg="add del">
          <ac:chgData name="anugu praharsha" userId="78d94333ac06ac5d" providerId="LiveId" clId="{267BE669-B04F-45BB-8F49-00E41E7A28C1}" dt="2026-09-07T12:51:47.565" v="621" actId="22"/>
          <ac:spMkLst>
            <pc:docMk/>
            <pc:sldMk cId="0" sldId="262"/>
            <ac:spMk id="129" creationId="{1E1C270E-A4C6-517F-E8CC-8947B39793A8}"/>
          </ac:spMkLst>
        </pc:spChg>
        <pc:spChg chg="add del">
          <ac:chgData name="anugu praharsha" userId="78d94333ac06ac5d" providerId="LiveId" clId="{267BE669-B04F-45BB-8F49-00E41E7A28C1}" dt="2026-09-07T12:51:47.565" v="621" actId="22"/>
          <ac:spMkLst>
            <pc:docMk/>
            <pc:sldMk cId="0" sldId="262"/>
            <ac:spMk id="133" creationId="{B10E8493-DB7A-1BB4-5328-307905490CCF}"/>
          </ac:spMkLst>
        </pc:spChg>
        <pc:spChg chg="add del">
          <ac:chgData name="anugu praharsha" userId="78d94333ac06ac5d" providerId="LiveId" clId="{267BE669-B04F-45BB-8F49-00E41E7A28C1}" dt="2026-09-07T12:51:47.565" v="621" actId="22"/>
          <ac:spMkLst>
            <pc:docMk/>
            <pc:sldMk cId="0" sldId="262"/>
            <ac:spMk id="135" creationId="{C06C4362-76CE-6777-2BC6-B1813934FE82}"/>
          </ac:spMkLst>
        </pc:spChg>
        <pc:spChg chg="add del">
          <ac:chgData name="anugu praharsha" userId="78d94333ac06ac5d" providerId="LiveId" clId="{267BE669-B04F-45BB-8F49-00E41E7A28C1}" dt="2026-09-07T12:52:07.237" v="626" actId="22"/>
          <ac:spMkLst>
            <pc:docMk/>
            <pc:sldMk cId="0" sldId="262"/>
            <ac:spMk id="137" creationId="{7CB8D30A-ECB7-DB2D-D2B0-45C976C43C6B}"/>
          </ac:spMkLst>
        </pc:spChg>
        <pc:spChg chg="add del">
          <ac:chgData name="anugu praharsha" userId="78d94333ac06ac5d" providerId="LiveId" clId="{267BE669-B04F-45BB-8F49-00E41E7A28C1}" dt="2026-09-07T12:52:07.237" v="626" actId="22"/>
          <ac:spMkLst>
            <pc:docMk/>
            <pc:sldMk cId="0" sldId="262"/>
            <ac:spMk id="141" creationId="{7C258371-D884-BEB2-EC25-CD2C4EB04AEE}"/>
          </ac:spMkLst>
        </pc:spChg>
        <pc:spChg chg="add del">
          <ac:chgData name="anugu praharsha" userId="78d94333ac06ac5d" providerId="LiveId" clId="{267BE669-B04F-45BB-8F49-00E41E7A28C1}" dt="2026-09-07T12:52:07.237" v="626" actId="22"/>
          <ac:spMkLst>
            <pc:docMk/>
            <pc:sldMk cId="0" sldId="262"/>
            <ac:spMk id="143" creationId="{DDE60BDB-F44F-6B47-F90F-BA61DB5423B6}"/>
          </ac:spMkLst>
        </pc:spChg>
        <pc:spChg chg="add mod">
          <ac:chgData name="anugu praharsha" userId="78d94333ac06ac5d" providerId="LiveId" clId="{267BE669-B04F-45BB-8F49-00E41E7A28C1}" dt="2026-09-07T13:12:46.265" v="767" actId="1076"/>
          <ac:spMkLst>
            <pc:docMk/>
            <pc:sldMk cId="0" sldId="262"/>
            <ac:spMk id="145" creationId="{F9487D2A-0DF9-3BDA-C60C-21BE6EA66C31}"/>
          </ac:spMkLst>
        </pc:spChg>
        <pc:spChg chg="add mod">
          <ac:chgData name="anugu praharsha" userId="78d94333ac06ac5d" providerId="LiveId" clId="{267BE669-B04F-45BB-8F49-00E41E7A28C1}" dt="2026-09-07T13:17:58.328" v="809" actId="20577"/>
          <ac:spMkLst>
            <pc:docMk/>
            <pc:sldMk cId="0" sldId="262"/>
            <ac:spMk id="149" creationId="{03DADD3E-6304-2337-447E-CC4BDD408D83}"/>
          </ac:spMkLst>
        </pc:spChg>
        <pc:spChg chg="add mod">
          <ac:chgData name="anugu praharsha" userId="78d94333ac06ac5d" providerId="LiveId" clId="{267BE669-B04F-45BB-8F49-00E41E7A28C1}" dt="2026-09-07T13:16:44.008" v="793" actId="14100"/>
          <ac:spMkLst>
            <pc:docMk/>
            <pc:sldMk cId="0" sldId="262"/>
            <ac:spMk id="151" creationId="{42124532-BC76-AA61-5CC8-F505EBC8918F}"/>
          </ac:spMkLst>
        </pc:spChg>
        <pc:picChg chg="del mod">
          <ac:chgData name="anugu praharsha" userId="78d94333ac06ac5d" providerId="LiveId" clId="{267BE669-B04F-45BB-8F49-00E41E7A28C1}" dt="2026-09-07T12:45:09.272" v="537" actId="21"/>
          <ac:picMkLst>
            <pc:docMk/>
            <pc:sldMk cId="0" sldId="262"/>
            <ac:picMk id="17" creationId="{00000000-0000-0000-0000-000000000000}"/>
          </ac:picMkLst>
        </pc:picChg>
        <pc:picChg chg="del mod">
          <ac:chgData name="anugu praharsha" userId="78d94333ac06ac5d" providerId="LiveId" clId="{267BE669-B04F-45BB-8F49-00E41E7A28C1}" dt="2026-09-07T12:46:42.651" v="551" actId="21"/>
          <ac:picMkLst>
            <pc:docMk/>
            <pc:sldMk cId="0" sldId="262"/>
            <ac:picMk id="22" creationId="{00000000-0000-0000-0000-000000000000}"/>
          </ac:picMkLst>
        </pc:picChg>
        <pc:picChg chg="add del mod">
          <ac:chgData name="anugu praharsha" userId="78d94333ac06ac5d" providerId="LiveId" clId="{267BE669-B04F-45BB-8F49-00E41E7A28C1}" dt="2026-09-07T12:48:09.446" v="567" actId="21"/>
          <ac:picMkLst>
            <pc:docMk/>
            <pc:sldMk cId="0" sldId="262"/>
            <ac:picMk id="27" creationId="{00000000-0000-0000-0000-000000000000}"/>
          </ac:picMkLst>
        </pc:picChg>
        <pc:picChg chg="add del mod">
          <ac:chgData name="anugu praharsha" userId="78d94333ac06ac5d" providerId="LiveId" clId="{267BE669-B04F-45BB-8F49-00E41E7A28C1}" dt="2026-09-07T12:44:47.825" v="536" actId="478"/>
          <ac:picMkLst>
            <pc:docMk/>
            <pc:sldMk cId="0" sldId="262"/>
            <ac:picMk id="49" creationId="{823A02DC-9FD9-308D-1D84-451558F2F073}"/>
          </ac:picMkLst>
        </pc:picChg>
        <pc:picChg chg="add del">
          <ac:chgData name="anugu praharsha" userId="78d94333ac06ac5d" providerId="LiveId" clId="{267BE669-B04F-45BB-8F49-00E41E7A28C1}" dt="2026-09-07T12:45:29.515" v="539" actId="21"/>
          <ac:picMkLst>
            <pc:docMk/>
            <pc:sldMk cId="0" sldId="262"/>
            <ac:picMk id="53" creationId="{6CD1C366-F644-14A4-8A85-30A406B7F6A2}"/>
          </ac:picMkLst>
        </pc:picChg>
        <pc:picChg chg="add del">
          <ac:chgData name="anugu praharsha" userId="78d94333ac06ac5d" providerId="LiveId" clId="{267BE669-B04F-45BB-8F49-00E41E7A28C1}" dt="2026-09-07T12:45:35.360" v="541" actId="21"/>
          <ac:picMkLst>
            <pc:docMk/>
            <pc:sldMk cId="0" sldId="262"/>
            <ac:picMk id="61" creationId="{F7F08798-4788-C24D-2044-27680B0986B9}"/>
          </ac:picMkLst>
        </pc:picChg>
        <pc:picChg chg="add del">
          <ac:chgData name="anugu praharsha" userId="78d94333ac06ac5d" providerId="LiveId" clId="{267BE669-B04F-45BB-8F49-00E41E7A28C1}" dt="2026-09-07T12:47:10.020" v="554" actId="21"/>
          <ac:picMkLst>
            <pc:docMk/>
            <pc:sldMk cId="0" sldId="262"/>
            <ac:picMk id="71" creationId="{8BAD0376-729D-BB0B-4742-5360E6A8B827}"/>
          </ac:picMkLst>
        </pc:picChg>
        <pc:picChg chg="add del">
          <ac:chgData name="anugu praharsha" userId="78d94333ac06ac5d" providerId="LiveId" clId="{267BE669-B04F-45BB-8F49-00E41E7A28C1}" dt="2026-09-07T12:47:24.201" v="557" actId="21"/>
          <ac:picMkLst>
            <pc:docMk/>
            <pc:sldMk cId="0" sldId="262"/>
            <ac:picMk id="82" creationId="{70CDD5AA-83AB-3AB9-666D-94B8F4ED9687}"/>
          </ac:picMkLst>
        </pc:picChg>
        <pc:picChg chg="add del">
          <ac:chgData name="anugu praharsha" userId="78d94333ac06ac5d" providerId="LiveId" clId="{267BE669-B04F-45BB-8F49-00E41E7A28C1}" dt="2026-09-07T12:49:03.371" v="580" actId="21"/>
          <ac:picMkLst>
            <pc:docMk/>
            <pc:sldMk cId="0" sldId="262"/>
            <ac:picMk id="93" creationId="{B0762176-0D43-5916-3D3A-63F602154E9B}"/>
          </ac:picMkLst>
        </pc:picChg>
        <pc:picChg chg="add del">
          <ac:chgData name="anugu praharsha" userId="78d94333ac06ac5d" providerId="LiveId" clId="{267BE669-B04F-45BB-8F49-00E41E7A28C1}" dt="2026-09-07T12:50:23.451" v="596" actId="478"/>
          <ac:picMkLst>
            <pc:docMk/>
            <pc:sldMk cId="0" sldId="262"/>
            <ac:picMk id="103" creationId="{7D5893F7-BE0D-F064-7DDE-8BD1B0E0D689}"/>
          </ac:picMkLst>
        </pc:picChg>
        <pc:picChg chg="add mod">
          <ac:chgData name="anugu praharsha" userId="78d94333ac06ac5d" providerId="LiveId" clId="{267BE669-B04F-45BB-8F49-00E41E7A28C1}" dt="2026-09-07T12:50:14.764" v="594" actId="1076"/>
          <ac:picMkLst>
            <pc:docMk/>
            <pc:sldMk cId="0" sldId="262"/>
            <ac:picMk id="111" creationId="{58EA07CF-C45D-4C0E-17CC-120C117F278A}"/>
          </ac:picMkLst>
        </pc:picChg>
        <pc:picChg chg="add mod">
          <ac:chgData name="anugu praharsha" userId="78d94333ac06ac5d" providerId="LiveId" clId="{267BE669-B04F-45BB-8F49-00E41E7A28C1}" dt="2026-09-07T12:51:02.196" v="609" actId="1076"/>
          <ac:picMkLst>
            <pc:docMk/>
            <pc:sldMk cId="0" sldId="262"/>
            <ac:picMk id="121" creationId="{8CD29216-82C6-FE89-4E44-B15557A3CE50}"/>
          </ac:picMkLst>
        </pc:picChg>
        <pc:picChg chg="add del">
          <ac:chgData name="anugu praharsha" userId="78d94333ac06ac5d" providerId="LiveId" clId="{267BE669-B04F-45BB-8F49-00E41E7A28C1}" dt="2026-09-07T12:51:47.565" v="621" actId="22"/>
          <ac:picMkLst>
            <pc:docMk/>
            <pc:sldMk cId="0" sldId="262"/>
            <ac:picMk id="131" creationId="{5BA5DD8E-F3C6-607A-5874-85D8F2B7E94E}"/>
          </ac:picMkLst>
        </pc:picChg>
        <pc:picChg chg="add del">
          <ac:chgData name="anugu praharsha" userId="78d94333ac06ac5d" providerId="LiveId" clId="{267BE669-B04F-45BB-8F49-00E41E7A28C1}" dt="2026-09-07T12:52:07.237" v="626" actId="22"/>
          <ac:picMkLst>
            <pc:docMk/>
            <pc:sldMk cId="0" sldId="262"/>
            <ac:picMk id="139" creationId="{03E76FF7-E9D7-3A4D-59C6-B49D983219BF}"/>
          </ac:picMkLst>
        </pc:picChg>
        <pc:picChg chg="add mod">
          <ac:chgData name="anugu praharsha" userId="78d94333ac06ac5d" providerId="LiveId" clId="{267BE669-B04F-45BB-8F49-00E41E7A28C1}" dt="2026-09-07T13:12:48.947" v="768" actId="1076"/>
          <ac:picMkLst>
            <pc:docMk/>
            <pc:sldMk cId="0" sldId="262"/>
            <ac:picMk id="147" creationId="{8137B83E-6D8D-EFFB-5DF2-DF712C27FE70}"/>
          </ac:picMkLst>
        </pc:picChg>
      </pc:sldChg>
      <pc:sldChg chg="modSp mod">
        <pc:chgData name="anugu praharsha" userId="78d94333ac06ac5d" providerId="LiveId" clId="{267BE669-B04F-45BB-8F49-00E41E7A28C1}" dt="2026-09-07T13:06:48.184" v="757" actId="1076"/>
        <pc:sldMkLst>
          <pc:docMk/>
          <pc:sldMk cId="0" sldId="263"/>
        </pc:sldMkLst>
        <pc:spChg chg="mod">
          <ac:chgData name="anugu praharsha" userId="78d94333ac06ac5d" providerId="LiveId" clId="{267BE669-B04F-45BB-8F49-00E41E7A28C1}" dt="2026-09-07T12:57:09.823" v="687" actId="14100"/>
          <ac:spMkLst>
            <pc:docMk/>
            <pc:sldMk cId="0" sldId="263"/>
            <ac:spMk id="6" creationId="{00000000-0000-0000-0000-000000000000}"/>
          </ac:spMkLst>
        </pc:spChg>
        <pc:spChg chg="mod">
          <ac:chgData name="anugu praharsha" userId="78d94333ac06ac5d" providerId="LiveId" clId="{267BE669-B04F-45BB-8F49-00E41E7A28C1}" dt="2026-09-07T12:56:54.092" v="685" actId="255"/>
          <ac:spMkLst>
            <pc:docMk/>
            <pc:sldMk cId="0" sldId="263"/>
            <ac:spMk id="10" creationId="{00000000-0000-0000-0000-000000000000}"/>
          </ac:spMkLst>
        </pc:spChg>
        <pc:spChg chg="mod">
          <ac:chgData name="anugu praharsha" userId="78d94333ac06ac5d" providerId="LiveId" clId="{267BE669-B04F-45BB-8F49-00E41E7A28C1}" dt="2026-09-07T12:57:03.829" v="686" actId="255"/>
          <ac:spMkLst>
            <pc:docMk/>
            <pc:sldMk cId="0" sldId="263"/>
            <ac:spMk id="11" creationId="{00000000-0000-0000-0000-000000000000}"/>
          </ac:spMkLst>
        </pc:spChg>
        <pc:spChg chg="mod">
          <ac:chgData name="anugu praharsha" userId="78d94333ac06ac5d" providerId="LiveId" clId="{267BE669-B04F-45BB-8F49-00E41E7A28C1}" dt="2026-09-07T12:57:39.937" v="691" actId="14100"/>
          <ac:spMkLst>
            <pc:docMk/>
            <pc:sldMk cId="0" sldId="263"/>
            <ac:spMk id="12" creationId="{00000000-0000-0000-0000-000000000000}"/>
          </ac:spMkLst>
        </pc:spChg>
        <pc:spChg chg="mod">
          <ac:chgData name="anugu praharsha" userId="78d94333ac06ac5d" providerId="LiveId" clId="{267BE669-B04F-45BB-8F49-00E41E7A28C1}" dt="2026-09-07T12:57:16.371" v="688" actId="255"/>
          <ac:spMkLst>
            <pc:docMk/>
            <pc:sldMk cId="0" sldId="263"/>
            <ac:spMk id="16" creationId="{00000000-0000-0000-0000-000000000000}"/>
          </ac:spMkLst>
        </pc:spChg>
        <pc:spChg chg="mod">
          <ac:chgData name="anugu praharsha" userId="78d94333ac06ac5d" providerId="LiveId" clId="{267BE669-B04F-45BB-8F49-00E41E7A28C1}" dt="2026-09-07T12:57:24.685" v="689" actId="255"/>
          <ac:spMkLst>
            <pc:docMk/>
            <pc:sldMk cId="0" sldId="263"/>
            <ac:spMk id="17" creationId="{00000000-0000-0000-0000-000000000000}"/>
          </ac:spMkLst>
        </pc:spChg>
        <pc:spChg chg="mod">
          <ac:chgData name="anugu praharsha" userId="78d94333ac06ac5d" providerId="LiveId" clId="{267BE669-B04F-45BB-8F49-00E41E7A28C1}" dt="2026-09-07T12:58:07.986" v="695" actId="14100"/>
          <ac:spMkLst>
            <pc:docMk/>
            <pc:sldMk cId="0" sldId="263"/>
            <ac:spMk id="18" creationId="{00000000-0000-0000-0000-000000000000}"/>
          </ac:spMkLst>
        </pc:spChg>
        <pc:spChg chg="mod">
          <ac:chgData name="anugu praharsha" userId="78d94333ac06ac5d" providerId="LiveId" clId="{267BE669-B04F-45BB-8F49-00E41E7A28C1}" dt="2026-09-07T12:57:50.557" v="692" actId="255"/>
          <ac:spMkLst>
            <pc:docMk/>
            <pc:sldMk cId="0" sldId="263"/>
            <ac:spMk id="22" creationId="{00000000-0000-0000-0000-000000000000}"/>
          </ac:spMkLst>
        </pc:spChg>
        <pc:spChg chg="mod">
          <ac:chgData name="anugu praharsha" userId="78d94333ac06ac5d" providerId="LiveId" clId="{267BE669-B04F-45BB-8F49-00E41E7A28C1}" dt="2026-09-07T12:58:01.713" v="694" actId="255"/>
          <ac:spMkLst>
            <pc:docMk/>
            <pc:sldMk cId="0" sldId="263"/>
            <ac:spMk id="23" creationId="{00000000-0000-0000-0000-000000000000}"/>
          </ac:spMkLst>
        </pc:spChg>
        <pc:spChg chg="mod">
          <ac:chgData name="anugu praharsha" userId="78d94333ac06ac5d" providerId="LiveId" clId="{267BE669-B04F-45BB-8F49-00E41E7A28C1}" dt="2026-09-07T12:58:41.694" v="698" actId="14100"/>
          <ac:spMkLst>
            <pc:docMk/>
            <pc:sldMk cId="0" sldId="263"/>
            <ac:spMk id="24" creationId="{00000000-0000-0000-0000-000000000000}"/>
          </ac:spMkLst>
        </pc:spChg>
        <pc:spChg chg="mod">
          <ac:chgData name="anugu praharsha" userId="78d94333ac06ac5d" providerId="LiveId" clId="{267BE669-B04F-45BB-8F49-00E41E7A28C1}" dt="2026-09-07T12:58:21.166" v="696" actId="255"/>
          <ac:spMkLst>
            <pc:docMk/>
            <pc:sldMk cId="0" sldId="263"/>
            <ac:spMk id="28" creationId="{00000000-0000-0000-0000-000000000000}"/>
          </ac:spMkLst>
        </pc:spChg>
        <pc:spChg chg="mod">
          <ac:chgData name="anugu praharsha" userId="78d94333ac06ac5d" providerId="LiveId" clId="{267BE669-B04F-45BB-8F49-00E41E7A28C1}" dt="2026-09-07T12:58:35.957" v="697" actId="255"/>
          <ac:spMkLst>
            <pc:docMk/>
            <pc:sldMk cId="0" sldId="263"/>
            <ac:spMk id="29" creationId="{00000000-0000-0000-0000-000000000000}"/>
          </ac:spMkLst>
        </pc:spChg>
        <pc:spChg chg="mod">
          <ac:chgData name="anugu praharsha" userId="78d94333ac06ac5d" providerId="LiveId" clId="{267BE669-B04F-45BB-8F49-00E41E7A28C1}" dt="2026-09-07T12:59:22.772" v="703" actId="14100"/>
          <ac:spMkLst>
            <pc:docMk/>
            <pc:sldMk cId="0" sldId="263"/>
            <ac:spMk id="30" creationId="{00000000-0000-0000-0000-000000000000}"/>
          </ac:spMkLst>
        </pc:spChg>
        <pc:spChg chg="mod">
          <ac:chgData name="anugu praharsha" userId="78d94333ac06ac5d" providerId="LiveId" clId="{267BE669-B04F-45BB-8F49-00E41E7A28C1}" dt="2026-09-07T12:59:13.121" v="701" actId="255"/>
          <ac:spMkLst>
            <pc:docMk/>
            <pc:sldMk cId="0" sldId="263"/>
            <ac:spMk id="34" creationId="{00000000-0000-0000-0000-000000000000}"/>
          </ac:spMkLst>
        </pc:spChg>
        <pc:spChg chg="mod">
          <ac:chgData name="anugu praharsha" userId="78d94333ac06ac5d" providerId="LiveId" clId="{267BE669-B04F-45BB-8F49-00E41E7A28C1}" dt="2026-09-07T12:59:06.733" v="700" actId="255"/>
          <ac:spMkLst>
            <pc:docMk/>
            <pc:sldMk cId="0" sldId="263"/>
            <ac:spMk id="35" creationId="{00000000-0000-0000-0000-000000000000}"/>
          </ac:spMkLst>
        </pc:spChg>
        <pc:spChg chg="mod">
          <ac:chgData name="anugu praharsha" userId="78d94333ac06ac5d" providerId="LiveId" clId="{267BE669-B04F-45BB-8F49-00E41E7A28C1}" dt="2026-09-07T13:00:08.820" v="709" actId="14100"/>
          <ac:spMkLst>
            <pc:docMk/>
            <pc:sldMk cId="0" sldId="263"/>
            <ac:spMk id="36" creationId="{00000000-0000-0000-0000-000000000000}"/>
          </ac:spMkLst>
        </pc:spChg>
        <pc:spChg chg="mod">
          <ac:chgData name="anugu praharsha" userId="78d94333ac06ac5d" providerId="LiveId" clId="{267BE669-B04F-45BB-8F49-00E41E7A28C1}" dt="2026-09-07T12:59:50.296" v="706" actId="255"/>
          <ac:spMkLst>
            <pc:docMk/>
            <pc:sldMk cId="0" sldId="263"/>
            <ac:spMk id="40" creationId="{00000000-0000-0000-0000-000000000000}"/>
          </ac:spMkLst>
        </pc:spChg>
        <pc:spChg chg="mod">
          <ac:chgData name="anugu praharsha" userId="78d94333ac06ac5d" providerId="LiveId" clId="{267BE669-B04F-45BB-8F49-00E41E7A28C1}" dt="2026-09-07T12:59:58.413" v="707" actId="255"/>
          <ac:spMkLst>
            <pc:docMk/>
            <pc:sldMk cId="0" sldId="263"/>
            <ac:spMk id="41" creationId="{00000000-0000-0000-0000-000000000000}"/>
          </ac:spMkLst>
        </pc:spChg>
        <pc:spChg chg="mod">
          <ac:chgData name="anugu praharsha" userId="78d94333ac06ac5d" providerId="LiveId" clId="{267BE669-B04F-45BB-8F49-00E41E7A28C1}" dt="2026-09-07T13:00:49.294" v="713" actId="14100"/>
          <ac:spMkLst>
            <pc:docMk/>
            <pc:sldMk cId="0" sldId="263"/>
            <ac:spMk id="42" creationId="{00000000-0000-0000-0000-000000000000}"/>
          </ac:spMkLst>
        </pc:spChg>
        <pc:spChg chg="mod">
          <ac:chgData name="anugu praharsha" userId="78d94333ac06ac5d" providerId="LiveId" clId="{267BE669-B04F-45BB-8F49-00E41E7A28C1}" dt="2026-09-07T13:00:22.094" v="711" actId="255"/>
          <ac:spMkLst>
            <pc:docMk/>
            <pc:sldMk cId="0" sldId="263"/>
            <ac:spMk id="46" creationId="{00000000-0000-0000-0000-000000000000}"/>
          </ac:spMkLst>
        </pc:spChg>
        <pc:spChg chg="mod">
          <ac:chgData name="anugu praharsha" userId="78d94333ac06ac5d" providerId="LiveId" clId="{267BE669-B04F-45BB-8F49-00E41E7A28C1}" dt="2026-09-07T13:00:33.444" v="712" actId="255"/>
          <ac:spMkLst>
            <pc:docMk/>
            <pc:sldMk cId="0" sldId="263"/>
            <ac:spMk id="47" creationId="{00000000-0000-0000-0000-000000000000}"/>
          </ac:spMkLst>
        </pc:spChg>
        <pc:spChg chg="mod">
          <ac:chgData name="anugu praharsha" userId="78d94333ac06ac5d" providerId="LiveId" clId="{267BE669-B04F-45BB-8F49-00E41E7A28C1}" dt="2026-09-07T13:06:48.184" v="757" actId="1076"/>
          <ac:spMkLst>
            <pc:docMk/>
            <pc:sldMk cId="0" sldId="263"/>
            <ac:spMk id="48" creationId="{00000000-0000-0000-0000-000000000000}"/>
          </ac:spMkLst>
        </pc:spChg>
        <pc:spChg chg="mod">
          <ac:chgData name="anugu praharsha" userId="78d94333ac06ac5d" providerId="LiveId" clId="{267BE669-B04F-45BB-8F49-00E41E7A28C1}" dt="2026-09-07T13:04:28.311" v="740" actId="1076"/>
          <ac:spMkLst>
            <pc:docMk/>
            <pc:sldMk cId="0" sldId="263"/>
            <ac:spMk id="49" creationId="{00000000-0000-0000-0000-000000000000}"/>
          </ac:spMkLst>
        </pc:spChg>
        <pc:spChg chg="mod">
          <ac:chgData name="anugu praharsha" userId="78d94333ac06ac5d" providerId="LiveId" clId="{267BE669-B04F-45BB-8F49-00E41E7A28C1}" dt="2026-09-07T13:01:17.805" v="717" actId="14100"/>
          <ac:spMkLst>
            <pc:docMk/>
            <pc:sldMk cId="0" sldId="263"/>
            <ac:spMk id="50" creationId="{00000000-0000-0000-0000-000000000000}"/>
          </ac:spMkLst>
        </pc:spChg>
        <pc:spChg chg="mod">
          <ac:chgData name="anugu praharsha" userId="78d94333ac06ac5d" providerId="LiveId" clId="{267BE669-B04F-45BB-8F49-00E41E7A28C1}" dt="2026-09-07T13:01:55.329" v="722" actId="14100"/>
          <ac:spMkLst>
            <pc:docMk/>
            <pc:sldMk cId="0" sldId="263"/>
            <ac:spMk id="51" creationId="{00000000-0000-0000-0000-000000000000}"/>
          </ac:spMkLst>
        </pc:spChg>
        <pc:spChg chg="mod">
          <ac:chgData name="anugu praharsha" userId="78d94333ac06ac5d" providerId="LiveId" clId="{267BE669-B04F-45BB-8F49-00E41E7A28C1}" dt="2026-09-07T13:02:17.665" v="725" actId="14100"/>
          <ac:spMkLst>
            <pc:docMk/>
            <pc:sldMk cId="0" sldId="263"/>
            <ac:spMk id="52" creationId="{00000000-0000-0000-0000-000000000000}"/>
          </ac:spMkLst>
        </pc:spChg>
        <pc:spChg chg="mod">
          <ac:chgData name="anugu praharsha" userId="78d94333ac06ac5d" providerId="LiveId" clId="{267BE669-B04F-45BB-8F49-00E41E7A28C1}" dt="2026-09-07T13:02:32.635" v="728" actId="14100"/>
          <ac:spMkLst>
            <pc:docMk/>
            <pc:sldMk cId="0" sldId="263"/>
            <ac:spMk id="53" creationId="{00000000-0000-0000-0000-000000000000}"/>
          </ac:spMkLst>
        </pc:spChg>
        <pc:spChg chg="mod">
          <ac:chgData name="anugu praharsha" userId="78d94333ac06ac5d" providerId="LiveId" clId="{267BE669-B04F-45BB-8F49-00E41E7A28C1}" dt="2026-09-07T13:03:09.600" v="733" actId="14100"/>
          <ac:spMkLst>
            <pc:docMk/>
            <pc:sldMk cId="0" sldId="263"/>
            <ac:spMk id="54" creationId="{00000000-0000-0000-0000-000000000000}"/>
          </ac:spMkLst>
        </pc:spChg>
        <pc:spChg chg="mod">
          <ac:chgData name="anugu praharsha" userId="78d94333ac06ac5d" providerId="LiveId" clId="{267BE669-B04F-45BB-8F49-00E41E7A28C1}" dt="2026-09-07T13:02:57.157" v="731" actId="14100"/>
          <ac:spMkLst>
            <pc:docMk/>
            <pc:sldMk cId="0" sldId="263"/>
            <ac:spMk id="55" creationId="{00000000-0000-0000-0000-000000000000}"/>
          </ac:spMkLst>
        </pc:spChg>
        <pc:spChg chg="mod">
          <ac:chgData name="anugu praharsha" userId="78d94333ac06ac5d" providerId="LiveId" clId="{267BE669-B04F-45BB-8F49-00E41E7A28C1}" dt="2026-09-07T13:05:07.792" v="745" actId="14100"/>
          <ac:spMkLst>
            <pc:docMk/>
            <pc:sldMk cId="0" sldId="263"/>
            <ac:spMk id="56" creationId="{00000000-0000-0000-0000-000000000000}"/>
          </ac:spMkLst>
        </pc:spChg>
        <pc:spChg chg="mod">
          <ac:chgData name="anugu praharsha" userId="78d94333ac06ac5d" providerId="LiveId" clId="{267BE669-B04F-45BB-8F49-00E41E7A28C1}" dt="2026-09-07T13:04:09.890" v="737" actId="1076"/>
          <ac:spMkLst>
            <pc:docMk/>
            <pc:sldMk cId="0" sldId="263"/>
            <ac:spMk id="57" creationId="{00000000-0000-0000-0000-000000000000}"/>
          </ac:spMkLst>
        </pc:spChg>
        <pc:spChg chg="mod">
          <ac:chgData name="anugu praharsha" userId="78d94333ac06ac5d" providerId="LiveId" clId="{267BE669-B04F-45BB-8F49-00E41E7A28C1}" dt="2026-09-07T13:05:01.612" v="743" actId="14100"/>
          <ac:spMkLst>
            <pc:docMk/>
            <pc:sldMk cId="0" sldId="263"/>
            <ac:spMk id="58" creationId="{00000000-0000-0000-0000-000000000000}"/>
          </ac:spMkLst>
        </pc:spChg>
        <pc:spChg chg="mod">
          <ac:chgData name="anugu praharsha" userId="78d94333ac06ac5d" providerId="LiveId" clId="{267BE669-B04F-45BB-8F49-00E41E7A28C1}" dt="2026-09-07T13:04:51.624" v="741" actId="14100"/>
          <ac:spMkLst>
            <pc:docMk/>
            <pc:sldMk cId="0" sldId="263"/>
            <ac:spMk id="59" creationId="{00000000-0000-0000-0000-000000000000}"/>
          </ac:spMkLst>
        </pc:spChg>
        <pc:spChg chg="mod">
          <ac:chgData name="anugu praharsha" userId="78d94333ac06ac5d" providerId="LiveId" clId="{267BE669-B04F-45BB-8F49-00E41E7A28C1}" dt="2026-09-07T13:06:19.466" v="754" actId="14100"/>
          <ac:spMkLst>
            <pc:docMk/>
            <pc:sldMk cId="0" sldId="263"/>
            <ac:spMk id="60" creationId="{00000000-0000-0000-0000-000000000000}"/>
          </ac:spMkLst>
        </pc:spChg>
        <pc:spChg chg="mod">
          <ac:chgData name="anugu praharsha" userId="78d94333ac06ac5d" providerId="LiveId" clId="{267BE669-B04F-45BB-8F49-00E41E7A28C1}" dt="2026-09-07T13:05:33.804" v="748" actId="255"/>
          <ac:spMkLst>
            <pc:docMk/>
            <pc:sldMk cId="0" sldId="263"/>
            <ac:spMk id="61" creationId="{00000000-0000-0000-0000-000000000000}"/>
          </ac:spMkLst>
        </pc:spChg>
        <pc:spChg chg="mod">
          <ac:chgData name="anugu praharsha" userId="78d94333ac06ac5d" providerId="LiveId" clId="{267BE669-B04F-45BB-8F49-00E41E7A28C1}" dt="2026-09-07T13:06:12.106" v="753" actId="14100"/>
          <ac:spMkLst>
            <pc:docMk/>
            <pc:sldMk cId="0" sldId="263"/>
            <ac:spMk id="62" creationId="{00000000-0000-0000-0000-000000000000}"/>
          </ac:spMkLst>
        </pc:spChg>
        <pc:spChg chg="mod">
          <ac:chgData name="anugu praharsha" userId="78d94333ac06ac5d" providerId="LiveId" clId="{267BE669-B04F-45BB-8F49-00E41E7A28C1}" dt="2026-09-07T13:05:58.749" v="750" actId="255"/>
          <ac:spMkLst>
            <pc:docMk/>
            <pc:sldMk cId="0" sldId="263"/>
            <ac:spMk id="63" creationId="{00000000-0000-0000-0000-000000000000}"/>
          </ac:spMkLst>
        </pc:spChg>
      </pc:sldChg>
      <pc:sldChg chg="modSp add mod">
        <pc:chgData name="anugu praharsha" userId="78d94333ac06ac5d" providerId="LiveId" clId="{267BE669-B04F-45BB-8F49-00E41E7A28C1}" dt="2026-09-07T16:48:44.590" v="859" actId="12"/>
        <pc:sldMkLst>
          <pc:docMk/>
          <pc:sldMk cId="1552784164" sldId="264"/>
        </pc:sldMkLst>
        <pc:spChg chg="mod">
          <ac:chgData name="anugu praharsha" userId="78d94333ac06ac5d" providerId="LiveId" clId="{267BE669-B04F-45BB-8F49-00E41E7A28C1}" dt="2026-09-07T16:46:59.995" v="845" actId="20577"/>
          <ac:spMkLst>
            <pc:docMk/>
            <pc:sldMk cId="1552784164" sldId="264"/>
            <ac:spMk id="2" creationId="{DE3484A0-F283-F2BB-40BB-DFAABB3573D3}"/>
          </ac:spMkLst>
        </pc:spChg>
        <pc:spChg chg="mod">
          <ac:chgData name="anugu praharsha" userId="78d94333ac06ac5d" providerId="LiveId" clId="{267BE669-B04F-45BB-8F49-00E41E7A28C1}" dt="2026-09-07T16:48:10.134" v="854" actId="1076"/>
          <ac:spMkLst>
            <pc:docMk/>
            <pc:sldMk cId="1552784164" sldId="264"/>
            <ac:spMk id="6" creationId="{230ED999-5056-B767-1544-85A55B23A27F}"/>
          </ac:spMkLst>
        </pc:spChg>
        <pc:spChg chg="mod">
          <ac:chgData name="anugu praharsha" userId="78d94333ac06ac5d" providerId="LiveId" clId="{267BE669-B04F-45BB-8F49-00E41E7A28C1}" dt="2026-09-07T16:48:15.127" v="855" actId="12"/>
          <ac:spMkLst>
            <pc:docMk/>
            <pc:sldMk cId="1552784164" sldId="264"/>
            <ac:spMk id="10" creationId="{5BE1B0DC-D4D1-B340-9313-35CF1DF07E8B}"/>
          </ac:spMkLst>
        </pc:spChg>
        <pc:spChg chg="mod">
          <ac:chgData name="anugu praharsha" userId="78d94333ac06ac5d" providerId="LiveId" clId="{267BE669-B04F-45BB-8F49-00E41E7A28C1}" dt="2026-09-07T16:48:24.923" v="856" actId="12"/>
          <ac:spMkLst>
            <pc:docMk/>
            <pc:sldMk cId="1552784164" sldId="264"/>
            <ac:spMk id="15" creationId="{52D64E52-7CA0-0E23-A4FD-6FB2851DCEA4}"/>
          </ac:spMkLst>
        </pc:spChg>
        <pc:spChg chg="mod">
          <ac:chgData name="anugu praharsha" userId="78d94333ac06ac5d" providerId="LiveId" clId="{267BE669-B04F-45BB-8F49-00E41E7A28C1}" dt="2026-09-07T16:48:31.512" v="857" actId="12"/>
          <ac:spMkLst>
            <pc:docMk/>
            <pc:sldMk cId="1552784164" sldId="264"/>
            <ac:spMk id="20" creationId="{6C5A2B45-C6E9-FA61-7C24-1F225D516F4E}"/>
          </ac:spMkLst>
        </pc:spChg>
        <pc:spChg chg="mod">
          <ac:chgData name="anugu praharsha" userId="78d94333ac06ac5d" providerId="LiveId" clId="{267BE669-B04F-45BB-8F49-00E41E7A28C1}" dt="2026-09-07T16:48:44.590" v="859" actId="12"/>
          <ac:spMkLst>
            <pc:docMk/>
            <pc:sldMk cId="1552784164" sldId="264"/>
            <ac:spMk id="25" creationId="{21EF24CD-AF53-FC94-E4C2-C6223D660074}"/>
          </ac:spMkLst>
        </pc:spChg>
      </pc:sldChg>
      <pc:sldChg chg="addSp delSp modSp new del mod">
        <pc:chgData name="anugu praharsha" userId="78d94333ac06ac5d" providerId="LiveId" clId="{267BE669-B04F-45BB-8F49-00E41E7A28C1}" dt="2026-09-07T13:07:07.114" v="758" actId="2696"/>
        <pc:sldMkLst>
          <pc:docMk/>
          <pc:sldMk cId="3582194751" sldId="264"/>
        </pc:sldMkLst>
        <pc:spChg chg="add del mod">
          <ac:chgData name="anugu praharsha" userId="78d94333ac06ac5d" providerId="LiveId" clId="{267BE669-B04F-45BB-8F49-00E41E7A28C1}" dt="2026-09-07T12:45:54.512" v="546"/>
          <ac:spMkLst>
            <pc:docMk/>
            <pc:sldMk cId="3582194751" sldId="264"/>
            <ac:spMk id="2" creationId="{05435494-229D-9A26-5B53-ECB8744A4592}"/>
          </ac:spMkLst>
        </pc:spChg>
        <pc:spChg chg="add del">
          <ac:chgData name="anugu praharsha" userId="78d94333ac06ac5d" providerId="LiveId" clId="{267BE669-B04F-45BB-8F49-00E41E7A28C1}" dt="2026-09-07T12:51:26.853" v="615" actId="21"/>
          <ac:spMkLst>
            <pc:docMk/>
            <pc:sldMk cId="3582194751" sldId="264"/>
            <ac:spMk id="4" creationId="{4CCD2949-FF16-1FE3-7881-4580D6D786F4}"/>
          </ac:spMkLst>
        </pc:spChg>
        <pc:spChg chg="add del">
          <ac:chgData name="anugu praharsha" userId="78d94333ac06ac5d" providerId="LiveId" clId="{267BE669-B04F-45BB-8F49-00E41E7A28C1}" dt="2026-09-07T12:51:26.853" v="615" actId="21"/>
          <ac:spMkLst>
            <pc:docMk/>
            <pc:sldMk cId="3582194751" sldId="264"/>
            <ac:spMk id="8" creationId="{E839A6C3-049E-1BD8-FF49-7E9632D19D30}"/>
          </ac:spMkLst>
        </pc:spChg>
        <pc:spChg chg="add del">
          <ac:chgData name="anugu praharsha" userId="78d94333ac06ac5d" providerId="LiveId" clId="{267BE669-B04F-45BB-8F49-00E41E7A28C1}" dt="2026-09-07T12:51:26.853" v="615" actId="21"/>
          <ac:spMkLst>
            <pc:docMk/>
            <pc:sldMk cId="3582194751" sldId="264"/>
            <ac:spMk id="10" creationId="{C8D00D97-88F7-7492-8FC3-C2AB7282350D}"/>
          </ac:spMkLst>
        </pc:spChg>
        <pc:spChg chg="add del mod">
          <ac:chgData name="anugu praharsha" userId="78d94333ac06ac5d" providerId="LiveId" clId="{267BE669-B04F-45BB-8F49-00E41E7A28C1}" dt="2026-09-07T12:47:32.493" v="563"/>
          <ac:spMkLst>
            <pc:docMk/>
            <pc:sldMk cId="3582194751" sldId="264"/>
            <ac:spMk id="11" creationId="{C11648D7-D099-A7EC-0C1E-D43BBBAD275A}"/>
          </ac:spMkLst>
        </pc:spChg>
        <pc:spChg chg="add del">
          <ac:chgData name="anugu praharsha" userId="78d94333ac06ac5d" providerId="LiveId" clId="{267BE669-B04F-45BB-8F49-00E41E7A28C1}" dt="2026-09-07T12:48:36.834" v="572" actId="21"/>
          <ac:spMkLst>
            <pc:docMk/>
            <pc:sldMk cId="3582194751" sldId="264"/>
            <ac:spMk id="13" creationId="{B5BFFEBA-D6F4-6641-1756-622953434059}"/>
          </ac:spMkLst>
        </pc:spChg>
        <pc:spChg chg="add del">
          <ac:chgData name="anugu praharsha" userId="78d94333ac06ac5d" providerId="LiveId" clId="{267BE669-B04F-45BB-8F49-00E41E7A28C1}" dt="2026-09-07T12:48:36.834" v="572" actId="21"/>
          <ac:spMkLst>
            <pc:docMk/>
            <pc:sldMk cId="3582194751" sldId="264"/>
            <ac:spMk id="15" creationId="{76226C2F-713F-04F3-93C1-636769FD4AC7}"/>
          </ac:spMkLst>
        </pc:spChg>
        <pc:spChg chg="add del">
          <ac:chgData name="anugu praharsha" userId="78d94333ac06ac5d" providerId="LiveId" clId="{267BE669-B04F-45BB-8F49-00E41E7A28C1}" dt="2026-09-07T12:48:36.834" v="572" actId="21"/>
          <ac:spMkLst>
            <pc:docMk/>
            <pc:sldMk cId="3582194751" sldId="264"/>
            <ac:spMk id="19" creationId="{B1551C5F-1661-8C2E-E2F2-0CEADF46605C}"/>
          </ac:spMkLst>
        </pc:spChg>
        <pc:spChg chg="add del">
          <ac:chgData name="anugu praharsha" userId="78d94333ac06ac5d" providerId="LiveId" clId="{267BE669-B04F-45BB-8F49-00E41E7A28C1}" dt="2026-09-07T12:48:36.834" v="572" actId="21"/>
          <ac:spMkLst>
            <pc:docMk/>
            <pc:sldMk cId="3582194751" sldId="264"/>
            <ac:spMk id="21" creationId="{99553FC8-2D45-CAC5-6995-B931D86F16F6}"/>
          </ac:spMkLst>
        </pc:spChg>
        <pc:spChg chg="add del mod">
          <ac:chgData name="anugu praharsha" userId="78d94333ac06ac5d" providerId="LiveId" clId="{267BE669-B04F-45BB-8F49-00E41E7A28C1}" dt="2026-09-07T12:48:23" v="571"/>
          <ac:spMkLst>
            <pc:docMk/>
            <pc:sldMk cId="3582194751" sldId="264"/>
            <ac:spMk id="22" creationId="{302CE8D8-2D0D-3796-A2A1-369FD283DB00}"/>
          </ac:spMkLst>
        </pc:spChg>
        <pc:spChg chg="add del">
          <ac:chgData name="anugu praharsha" userId="78d94333ac06ac5d" providerId="LiveId" clId="{267BE669-B04F-45BB-8F49-00E41E7A28C1}" dt="2026-09-07T12:50:51.468" v="607" actId="21"/>
          <ac:spMkLst>
            <pc:docMk/>
            <pc:sldMk cId="3582194751" sldId="264"/>
            <ac:spMk id="24" creationId="{7AA4C804-CEC2-9EFC-561B-DB52C36C0CA5}"/>
          </ac:spMkLst>
        </pc:spChg>
        <pc:spChg chg="add del">
          <ac:chgData name="anugu praharsha" userId="78d94333ac06ac5d" providerId="LiveId" clId="{267BE669-B04F-45BB-8F49-00E41E7A28C1}" dt="2026-09-07T12:50:51.468" v="607" actId="21"/>
          <ac:spMkLst>
            <pc:docMk/>
            <pc:sldMk cId="3582194751" sldId="264"/>
            <ac:spMk id="28" creationId="{CBA8AF3C-1C4C-4A39-2A68-853C9731BE1D}"/>
          </ac:spMkLst>
        </pc:spChg>
        <pc:spChg chg="add del">
          <ac:chgData name="anugu praharsha" userId="78d94333ac06ac5d" providerId="LiveId" clId="{267BE669-B04F-45BB-8F49-00E41E7A28C1}" dt="2026-09-07T12:50:51.468" v="607" actId="21"/>
          <ac:spMkLst>
            <pc:docMk/>
            <pc:sldMk cId="3582194751" sldId="264"/>
            <ac:spMk id="30" creationId="{578C87DA-DDDF-4065-BD9D-A583EC26B655}"/>
          </ac:spMkLst>
        </pc:spChg>
        <pc:spChg chg="add del mod">
          <ac:chgData name="anugu praharsha" userId="78d94333ac06ac5d" providerId="LiveId" clId="{267BE669-B04F-45BB-8F49-00E41E7A28C1}" dt="2026-09-07T12:49:13.074" v="584"/>
          <ac:spMkLst>
            <pc:docMk/>
            <pc:sldMk cId="3582194751" sldId="264"/>
            <ac:spMk id="31" creationId="{E1CC84BF-98EB-C624-86C1-F087056C99AA}"/>
          </ac:spMkLst>
        </pc:spChg>
        <pc:spChg chg="add del">
          <ac:chgData name="anugu praharsha" userId="78d94333ac06ac5d" providerId="LiveId" clId="{267BE669-B04F-45BB-8F49-00E41E7A28C1}" dt="2026-09-07T12:49:14.780" v="585" actId="478"/>
          <ac:spMkLst>
            <pc:docMk/>
            <pc:sldMk cId="3582194751" sldId="264"/>
            <ac:spMk id="33" creationId="{557D040B-1C9C-283A-88B1-57BD8F72661C}"/>
          </ac:spMkLst>
        </pc:spChg>
        <pc:spChg chg="add del">
          <ac:chgData name="anugu praharsha" userId="78d94333ac06ac5d" providerId="LiveId" clId="{267BE669-B04F-45BB-8F49-00E41E7A28C1}" dt="2026-09-07T12:49:47.043" v="591" actId="21"/>
          <ac:spMkLst>
            <pc:docMk/>
            <pc:sldMk cId="3582194751" sldId="264"/>
            <ac:spMk id="35" creationId="{4B8DCDFD-2B7B-67C7-E278-32B734D89715}"/>
          </ac:spMkLst>
        </pc:spChg>
        <pc:spChg chg="add del">
          <ac:chgData name="anugu praharsha" userId="78d94333ac06ac5d" providerId="LiveId" clId="{267BE669-B04F-45BB-8F49-00E41E7A28C1}" dt="2026-09-07T12:49:47.043" v="591" actId="21"/>
          <ac:spMkLst>
            <pc:docMk/>
            <pc:sldMk cId="3582194751" sldId="264"/>
            <ac:spMk id="39" creationId="{D44273C5-501C-C5DF-11C2-E551FCD2022D}"/>
          </ac:spMkLst>
        </pc:spChg>
        <pc:spChg chg="add del">
          <ac:chgData name="anugu praharsha" userId="78d94333ac06ac5d" providerId="LiveId" clId="{267BE669-B04F-45BB-8F49-00E41E7A28C1}" dt="2026-09-07T12:49:47.043" v="591" actId="21"/>
          <ac:spMkLst>
            <pc:docMk/>
            <pc:sldMk cId="3582194751" sldId="264"/>
            <ac:spMk id="41" creationId="{2A164B41-F089-9F28-2ADE-77D7E1478BCB}"/>
          </ac:spMkLst>
        </pc:spChg>
        <pc:spChg chg="add del mod">
          <ac:chgData name="anugu praharsha" userId="78d94333ac06ac5d" providerId="LiveId" clId="{267BE669-B04F-45BB-8F49-00E41E7A28C1}" dt="2026-09-07T12:50:41.566" v="602"/>
          <ac:spMkLst>
            <pc:docMk/>
            <pc:sldMk cId="3582194751" sldId="264"/>
            <ac:spMk id="42" creationId="{81DDF5E5-EFEC-1EE4-2453-B914A924EFBE}"/>
          </ac:spMkLst>
        </pc:spChg>
        <pc:spChg chg="add del mod">
          <ac:chgData name="anugu praharsha" userId="78d94333ac06ac5d" providerId="LiveId" clId="{267BE669-B04F-45BB-8F49-00E41E7A28C1}" dt="2026-09-07T12:50:45.961" v="606"/>
          <ac:spMkLst>
            <pc:docMk/>
            <pc:sldMk cId="3582194751" sldId="264"/>
            <ac:spMk id="43" creationId="{2775E825-8A47-1A38-C3FC-B7C23C4DAD6D}"/>
          </ac:spMkLst>
        </pc:spChg>
        <pc:spChg chg="add del mod">
          <ac:chgData name="anugu praharsha" userId="78d94333ac06ac5d" providerId="LiveId" clId="{267BE669-B04F-45BB-8F49-00E41E7A28C1}" dt="2026-09-07T12:51:22.524" v="614"/>
          <ac:spMkLst>
            <pc:docMk/>
            <pc:sldMk cId="3582194751" sldId="264"/>
            <ac:spMk id="44" creationId="{6FF561CD-00AA-B9F0-03A6-2D0441BCEE7F}"/>
          </ac:spMkLst>
        </pc:spChg>
        <pc:picChg chg="add del">
          <ac:chgData name="anugu praharsha" userId="78d94333ac06ac5d" providerId="LiveId" clId="{267BE669-B04F-45BB-8F49-00E41E7A28C1}" dt="2026-09-07T12:51:26.853" v="615" actId="21"/>
          <ac:picMkLst>
            <pc:docMk/>
            <pc:sldMk cId="3582194751" sldId="264"/>
            <ac:picMk id="6" creationId="{EDFFD879-B3DA-B3CF-A5DA-4299DBA7F7DD}"/>
          </ac:picMkLst>
        </pc:picChg>
        <pc:picChg chg="add del">
          <ac:chgData name="anugu praharsha" userId="78d94333ac06ac5d" providerId="LiveId" clId="{267BE669-B04F-45BB-8F49-00E41E7A28C1}" dt="2026-09-07T12:48:36.834" v="572" actId="21"/>
          <ac:picMkLst>
            <pc:docMk/>
            <pc:sldMk cId="3582194751" sldId="264"/>
            <ac:picMk id="17" creationId="{8298E8AC-5143-F130-6232-FEF6459B563A}"/>
          </ac:picMkLst>
        </pc:picChg>
        <pc:picChg chg="add del">
          <ac:chgData name="anugu praharsha" userId="78d94333ac06ac5d" providerId="LiveId" clId="{267BE669-B04F-45BB-8F49-00E41E7A28C1}" dt="2026-09-07T12:50:51.468" v="607" actId="21"/>
          <ac:picMkLst>
            <pc:docMk/>
            <pc:sldMk cId="3582194751" sldId="264"/>
            <ac:picMk id="26" creationId="{75BF2B9A-B389-FCE2-9909-E10549DE62F4}"/>
          </ac:picMkLst>
        </pc:picChg>
        <pc:picChg chg="add del">
          <ac:chgData name="anugu praharsha" userId="78d94333ac06ac5d" providerId="LiveId" clId="{267BE669-B04F-45BB-8F49-00E41E7A28C1}" dt="2026-09-07T12:49:47.043" v="591" actId="21"/>
          <ac:picMkLst>
            <pc:docMk/>
            <pc:sldMk cId="3582194751" sldId="264"/>
            <ac:picMk id="37" creationId="{182322BD-595C-DE10-7D2E-470EA371408D}"/>
          </ac:picMkLst>
        </pc:picChg>
      </pc:sldChg>
      <pc:sldChg chg="add ord">
        <pc:chgData name="anugu praharsha" userId="78d94333ac06ac5d" providerId="LiveId" clId="{267BE669-B04F-45BB-8F49-00E41E7A28C1}" dt="2026-09-07T16:49:36.340" v="866"/>
        <pc:sldMkLst>
          <pc:docMk/>
          <pc:sldMk cId="3638704009" sldId="26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589696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1D8CA-82F4-D3DB-8B3E-1C12226F2F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EA97AE-AF08-CAEF-919D-8CCDEE5489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029EB6-806C-5792-F79D-D1B0A03619D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9D378D4-79B8-E438-B777-7630D062C278}"/>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0580047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A6653-B921-FADC-66C7-6EE3755802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316138-696A-DC55-3123-B417894B63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C016D4-3A3D-6BEE-76D4-2D132C68DDB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8DE699A-876D-1F42-5824-47E8E9CF2916}"/>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8820368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20.png"/><Relationship Id="rId7"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3.png"/><Relationship Id="rId4" Type="http://schemas.openxmlformats.org/officeDocument/2006/relationships/image" Target="../media/image21.png"/><Relationship Id="rId9" Type="http://schemas.openxmlformats.org/officeDocument/2006/relationships/image" Target="../media/image24.png"/></Relationships>
</file>

<file path=ppt/slides/_rels/slide10.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10.png"/><Relationship Id="rId7"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26.png"/><Relationship Id="rId10" Type="http://schemas.openxmlformats.org/officeDocument/2006/relationships/image" Target="../media/image30.png"/><Relationship Id="rId4" Type="http://schemas.openxmlformats.org/officeDocument/2006/relationships/image" Target="../media/image25.png"/><Relationship Id="rId9"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15089" y="8238"/>
            <a:ext cx="12191695" cy="6858000"/>
          </a:xfrm>
          <a:prstGeom prst="rect">
            <a:avLst/>
          </a:prstGeom>
          <a:solidFill>
            <a:srgbClr val="1E2761"/>
          </a:solidFill>
          <a:ln/>
        </p:spPr>
      </p:sp>
      <p:sp>
        <p:nvSpPr>
          <p:cNvPr id="3" name="Shape 1"/>
          <p:cNvSpPr/>
          <p:nvPr/>
        </p:nvSpPr>
        <p:spPr>
          <a:xfrm>
            <a:off x="8778240" y="3108960"/>
            <a:ext cx="4754880" cy="4754880"/>
          </a:xfrm>
          <a:prstGeom prst="ellipse">
            <a:avLst/>
          </a:prstGeom>
          <a:solidFill>
            <a:srgbClr val="141B47"/>
          </a:solidFill>
          <a:ln/>
        </p:spPr>
      </p:sp>
      <p:sp>
        <p:nvSpPr>
          <p:cNvPr id="4" name="Shape 2"/>
          <p:cNvSpPr/>
          <p:nvPr/>
        </p:nvSpPr>
        <p:spPr>
          <a:xfrm>
            <a:off x="-1463040" y="-1645920"/>
            <a:ext cx="3291840" cy="3291840"/>
          </a:xfrm>
          <a:prstGeom prst="ellipse">
            <a:avLst/>
          </a:prstGeom>
          <a:solidFill>
            <a:srgbClr val="141B47"/>
          </a:solidFill>
          <a:ln/>
        </p:spPr>
      </p:sp>
      <p:sp>
        <p:nvSpPr>
          <p:cNvPr id="5" name="Shape 3"/>
          <p:cNvSpPr/>
          <p:nvPr/>
        </p:nvSpPr>
        <p:spPr>
          <a:xfrm>
            <a:off x="10515600" y="4709160"/>
            <a:ext cx="1371600" cy="1371600"/>
          </a:xfrm>
          <a:prstGeom prst="ellipse">
            <a:avLst/>
          </a:prstGeom>
          <a:solidFill>
            <a:srgbClr val="0B7285"/>
          </a:solidFill>
          <a:ln/>
        </p:spPr>
      </p:sp>
      <p:pic>
        <p:nvPicPr>
          <p:cNvPr id="6" name="Image 0" descr="/home/claude/ameerpet/icons/train.png"/>
          <p:cNvPicPr>
            <a:picLocks noChangeAspect="1"/>
          </p:cNvPicPr>
          <p:nvPr/>
        </p:nvPicPr>
        <p:blipFill>
          <a:blip r:embed="rId3"/>
          <a:stretch>
            <a:fillRect/>
          </a:stretch>
        </p:blipFill>
        <p:spPr>
          <a:xfrm>
            <a:off x="10693908" y="4887468"/>
            <a:ext cx="1014984" cy="1014984"/>
          </a:xfrm>
          <a:prstGeom prst="rect">
            <a:avLst/>
          </a:prstGeom>
        </p:spPr>
      </p:pic>
      <p:sp>
        <p:nvSpPr>
          <p:cNvPr id="7" name="Text 4"/>
          <p:cNvSpPr/>
          <p:nvPr/>
        </p:nvSpPr>
        <p:spPr>
          <a:xfrm>
            <a:off x="-115330" y="847674"/>
            <a:ext cx="12191695" cy="365760"/>
          </a:xfrm>
          <a:prstGeom prst="rect">
            <a:avLst/>
          </a:prstGeom>
          <a:noFill/>
          <a:ln/>
        </p:spPr>
        <p:txBody>
          <a:bodyPr wrap="square" lIns="0" tIns="0" rIns="0" bIns="0" rtlCol="0" anchor="ctr"/>
          <a:lstStyle/>
          <a:p>
            <a:pPr marL="0" indent="0" algn="ctr">
              <a:buNone/>
            </a:pPr>
            <a:r>
              <a:rPr lang="en-US" sz="2000" b="1" kern="0" spc="300" dirty="0">
                <a:solidFill>
                  <a:srgbClr val="8FB9C4"/>
                </a:solidFill>
                <a:latin typeface="Calibri" pitchFamily="34" charset="0"/>
                <a:ea typeface="Calibri" pitchFamily="34" charset="-122"/>
                <a:cs typeface="Calibri" pitchFamily="34" charset="-120"/>
              </a:rPr>
              <a:t>DESIGN THINKING PROJECT</a:t>
            </a:r>
            <a:endParaRPr lang="en-US" sz="2000" dirty="0"/>
          </a:p>
        </p:txBody>
      </p:sp>
      <p:sp>
        <p:nvSpPr>
          <p:cNvPr id="8" name="Text 5"/>
          <p:cNvSpPr/>
          <p:nvPr/>
        </p:nvSpPr>
        <p:spPr>
          <a:xfrm>
            <a:off x="0" y="960120"/>
            <a:ext cx="12191695" cy="1005840"/>
          </a:xfrm>
          <a:prstGeom prst="rect">
            <a:avLst/>
          </a:prstGeom>
          <a:noFill/>
          <a:ln/>
        </p:spPr>
        <p:txBody>
          <a:bodyPr wrap="square" lIns="0" tIns="0" rIns="0" bIns="0" rtlCol="0" anchor="ctr"/>
          <a:lstStyle/>
          <a:p>
            <a:pPr marL="0" indent="0" algn="ctr">
              <a:buNone/>
            </a:pPr>
            <a:endParaRPr lang="en-US" sz="6400" dirty="0"/>
          </a:p>
        </p:txBody>
      </p:sp>
      <p:sp>
        <p:nvSpPr>
          <p:cNvPr id="9" name="Shape 6"/>
          <p:cNvSpPr/>
          <p:nvPr/>
        </p:nvSpPr>
        <p:spPr>
          <a:xfrm>
            <a:off x="1463040" y="1805940"/>
            <a:ext cx="9628632" cy="2148840"/>
          </a:xfrm>
          <a:prstGeom prst="roundRect">
            <a:avLst>
              <a:gd name="adj" fmla="val 3404"/>
            </a:avLst>
          </a:prstGeom>
          <a:solidFill>
            <a:srgbClr val="141B47"/>
          </a:solidFill>
          <a:ln w="12700">
            <a:solidFill>
              <a:srgbClr val="0B7285"/>
            </a:solidFill>
            <a:prstDash val="solid"/>
          </a:ln>
        </p:spPr>
      </p:sp>
      <p:sp>
        <p:nvSpPr>
          <p:cNvPr id="10" name="Text 7"/>
          <p:cNvSpPr/>
          <p:nvPr/>
        </p:nvSpPr>
        <p:spPr>
          <a:xfrm>
            <a:off x="1463040" y="2148840"/>
            <a:ext cx="914400" cy="914400"/>
          </a:xfrm>
          <a:prstGeom prst="rect">
            <a:avLst/>
          </a:prstGeom>
          <a:noFill/>
          <a:ln/>
        </p:spPr>
        <p:txBody>
          <a:bodyPr wrap="square" lIns="0" tIns="0" rIns="0" bIns="0" rtlCol="0" anchor="ctr"/>
          <a:lstStyle/>
          <a:p>
            <a:pPr marL="0" indent="0">
              <a:buNone/>
            </a:pPr>
            <a:r>
              <a:rPr lang="en-US" sz="5400" dirty="0">
                <a:solidFill>
                  <a:srgbClr val="0B7285"/>
                </a:solidFill>
                <a:latin typeface="Cambria" pitchFamily="34" charset="0"/>
                <a:ea typeface="Cambria" pitchFamily="34" charset="-122"/>
                <a:cs typeface="Cambria" pitchFamily="34" charset="-120"/>
              </a:rPr>
              <a:t>“</a:t>
            </a:r>
            <a:endParaRPr lang="en-US" sz="5400" dirty="0"/>
          </a:p>
        </p:txBody>
      </p:sp>
      <p:sp>
        <p:nvSpPr>
          <p:cNvPr id="11" name="Text 8"/>
          <p:cNvSpPr/>
          <p:nvPr/>
        </p:nvSpPr>
        <p:spPr>
          <a:xfrm>
            <a:off x="1828799" y="2045867"/>
            <a:ext cx="8503920" cy="1691640"/>
          </a:xfrm>
          <a:prstGeom prst="rect">
            <a:avLst/>
          </a:prstGeom>
          <a:noFill/>
          <a:ln/>
        </p:spPr>
        <p:txBody>
          <a:bodyPr wrap="square" lIns="0" tIns="0" rIns="0" bIns="0" rtlCol="0" anchor="ctr"/>
          <a:lstStyle/>
          <a:p>
            <a:pPr marL="0" indent="0" algn="ctr">
              <a:lnSpc>
                <a:spcPct val="115000"/>
              </a:lnSpc>
              <a:buNone/>
            </a:pPr>
            <a:r>
              <a:rPr lang="en-US" sz="2000" i="1" dirty="0">
                <a:solidFill>
                  <a:srgbClr val="FFFFFF"/>
                </a:solidFill>
                <a:latin typeface="Calibri" pitchFamily="34" charset="0"/>
                <a:ea typeface="Calibri" pitchFamily="34" charset="-122"/>
                <a:cs typeface="Calibri" pitchFamily="34" charset="-120"/>
              </a:rPr>
              <a:t>How might we make the chaotic Ameerpet Metro interchange station less stressful, less confusing, and more navigable for first-time and elderly travelers during peak hours?</a:t>
            </a:r>
            <a:endParaRPr lang="en-US" sz="2000" dirty="0"/>
          </a:p>
        </p:txBody>
      </p:sp>
      <p:sp>
        <p:nvSpPr>
          <p:cNvPr id="12" name="Text 9"/>
          <p:cNvSpPr/>
          <p:nvPr/>
        </p:nvSpPr>
        <p:spPr>
          <a:xfrm>
            <a:off x="181508" y="4072253"/>
            <a:ext cx="12191695" cy="411480"/>
          </a:xfrm>
          <a:prstGeom prst="rect">
            <a:avLst/>
          </a:prstGeom>
          <a:noFill/>
          <a:ln/>
        </p:spPr>
        <p:txBody>
          <a:bodyPr wrap="square" lIns="0" tIns="0" rIns="0" bIns="0" rtlCol="0" anchor="ctr"/>
          <a:lstStyle/>
          <a:p>
            <a:pPr marL="0" indent="0" algn="ctr">
              <a:buNone/>
            </a:pPr>
            <a:r>
              <a:rPr lang="en-US" sz="2400" dirty="0">
                <a:solidFill>
                  <a:srgbClr val="9FCBD4"/>
                </a:solidFill>
                <a:latin typeface="Calibri" pitchFamily="34" charset="0"/>
                <a:ea typeface="Calibri" pitchFamily="34" charset="-122"/>
                <a:cs typeface="Calibri" pitchFamily="34" charset="-120"/>
              </a:rPr>
              <a:t>A Design Thinking Case Study — Ameerpet Metro Interchange Experience</a:t>
            </a:r>
            <a:endParaRPr lang="en-US" sz="2400" dirty="0"/>
          </a:p>
        </p:txBody>
      </p:sp>
      <p:sp>
        <p:nvSpPr>
          <p:cNvPr id="13" name="Shape 10"/>
          <p:cNvSpPr/>
          <p:nvPr/>
        </p:nvSpPr>
        <p:spPr>
          <a:xfrm>
            <a:off x="3762755" y="4580649"/>
            <a:ext cx="5029200" cy="0"/>
          </a:xfrm>
          <a:prstGeom prst="line">
            <a:avLst/>
          </a:prstGeom>
          <a:noFill/>
          <a:ln w="12700">
            <a:solidFill>
              <a:srgbClr val="3A4570"/>
            </a:solidFill>
            <a:prstDash val="solid"/>
          </a:ln>
        </p:spPr>
      </p:sp>
      <p:sp>
        <p:nvSpPr>
          <p:cNvPr id="14" name="Text 11"/>
          <p:cNvSpPr/>
          <p:nvPr/>
        </p:nvSpPr>
        <p:spPr>
          <a:xfrm>
            <a:off x="41341" y="4746520"/>
            <a:ext cx="12191695" cy="274320"/>
          </a:xfrm>
          <a:prstGeom prst="rect">
            <a:avLst/>
          </a:prstGeom>
          <a:noFill/>
          <a:ln/>
        </p:spPr>
        <p:txBody>
          <a:bodyPr wrap="square" lIns="0" tIns="0" rIns="0" bIns="0" rtlCol="0" anchor="ctr"/>
          <a:lstStyle/>
          <a:p>
            <a:pPr marL="0" indent="0" algn="ctr">
              <a:buNone/>
            </a:pPr>
            <a:r>
              <a:rPr lang="en-US" sz="1600" b="1" kern="0" spc="200" dirty="0">
                <a:solidFill>
                  <a:srgbClr val="8FB9C4"/>
                </a:solidFill>
                <a:latin typeface="Calibri" pitchFamily="34" charset="0"/>
                <a:ea typeface="Calibri" pitchFamily="34" charset="-122"/>
                <a:cs typeface="Calibri" pitchFamily="34" charset="-120"/>
              </a:rPr>
              <a:t>TEAM MEMBERS</a:t>
            </a:r>
            <a:endParaRPr lang="en-US" sz="1600" dirty="0"/>
          </a:p>
        </p:txBody>
      </p:sp>
      <p:sp>
        <p:nvSpPr>
          <p:cNvPr id="15" name="Text 12"/>
          <p:cNvSpPr/>
          <p:nvPr/>
        </p:nvSpPr>
        <p:spPr>
          <a:xfrm>
            <a:off x="-55197" y="5619380"/>
            <a:ext cx="12191695" cy="320040"/>
          </a:xfrm>
          <a:prstGeom prst="rect">
            <a:avLst/>
          </a:prstGeom>
          <a:noFill/>
          <a:ln/>
        </p:spPr>
        <p:txBody>
          <a:bodyPr wrap="square" lIns="0" tIns="0" rIns="0" bIns="0" rtlCol="0" anchor="ctr"/>
          <a:lstStyle/>
          <a:p>
            <a:pPr marL="0" indent="0" algn="ctr">
              <a:buNone/>
            </a:pPr>
            <a:r>
              <a:rPr lang="en-US" dirty="0">
                <a:solidFill>
                  <a:srgbClr val="D7E6EA"/>
                </a:solidFill>
                <a:latin typeface="Calibri" pitchFamily="34" charset="0"/>
                <a:ea typeface="Calibri" pitchFamily="34" charset="-122"/>
                <a:cs typeface="Calibri" pitchFamily="34" charset="-120"/>
              </a:rPr>
              <a:t>L. Nikitha           1602-24-733-315</a:t>
            </a:r>
          </a:p>
          <a:p>
            <a:pPr marL="0" indent="0" algn="ctr">
              <a:buNone/>
            </a:pPr>
            <a:r>
              <a:rPr lang="en-US" dirty="0">
                <a:solidFill>
                  <a:srgbClr val="D7E6EA"/>
                </a:solidFill>
                <a:latin typeface="Calibri" pitchFamily="34" charset="0"/>
                <a:ea typeface="Calibri" pitchFamily="34" charset="-122"/>
                <a:cs typeface="Calibri" pitchFamily="34" charset="-120"/>
              </a:rPr>
              <a:t>A. Praharsha      1602-24-733-319</a:t>
            </a:r>
          </a:p>
          <a:p>
            <a:pPr marL="0" indent="0" algn="ctr">
              <a:buNone/>
            </a:pPr>
            <a:r>
              <a:rPr lang="en-US" dirty="0">
                <a:solidFill>
                  <a:srgbClr val="D7E6EA"/>
                </a:solidFill>
                <a:latin typeface="Calibri" pitchFamily="34" charset="0"/>
                <a:ea typeface="Calibri" pitchFamily="34" charset="-122"/>
                <a:cs typeface="Calibri" pitchFamily="34" charset="-120"/>
              </a:rPr>
              <a:t>Rahul                  1602-24-733-159</a:t>
            </a:r>
          </a:p>
          <a:p>
            <a:pPr marL="0" indent="0" algn="ctr">
              <a:buNone/>
            </a:pPr>
            <a:r>
              <a:rPr lang="en-US" dirty="0">
                <a:solidFill>
                  <a:srgbClr val="D7E6EA"/>
                </a:solidFill>
                <a:latin typeface="Calibri" pitchFamily="34" charset="0"/>
                <a:ea typeface="Calibri" pitchFamily="34" charset="-122"/>
                <a:cs typeface="Calibri" pitchFamily="34" charset="-120"/>
              </a:rPr>
              <a:t>Sharath Kumar  1602-24-733-176</a:t>
            </a:r>
          </a:p>
          <a:p>
            <a:pPr marL="0" indent="0" algn="ctr">
              <a:buNone/>
            </a:pPr>
            <a:r>
              <a:rPr lang="en-US" dirty="0">
                <a:solidFill>
                  <a:srgbClr val="D7E6EA"/>
                </a:solidFill>
                <a:latin typeface="Calibri" pitchFamily="34" charset="0"/>
                <a:ea typeface="Calibri" pitchFamily="34" charset="-122"/>
                <a:cs typeface="Calibri" pitchFamily="34" charset="-120"/>
              </a:rPr>
              <a:t>S. Aravind           1602-24-733-136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92608"/>
            <a:ext cx="9601200" cy="502920"/>
          </a:xfrm>
          <a:prstGeom prst="rect">
            <a:avLst/>
          </a:prstGeom>
          <a:noFill/>
          <a:ln/>
        </p:spPr>
        <p:txBody>
          <a:bodyPr wrap="square" lIns="0" tIns="0" rIns="0" bIns="0" rtlCol="0" anchor="ctr"/>
          <a:lstStyle/>
          <a:p>
            <a:pPr marL="0" indent="0" algn="l">
              <a:buNone/>
            </a:pPr>
            <a:r>
              <a:rPr lang="en-US" sz="3000" b="1" dirty="0">
                <a:solidFill>
                  <a:srgbClr val="1E2761"/>
                </a:solidFill>
                <a:latin typeface="Calibri" pitchFamily="34" charset="0"/>
                <a:ea typeface="Calibri" pitchFamily="34" charset="-122"/>
                <a:cs typeface="Calibri" pitchFamily="34" charset="-120"/>
              </a:rPr>
              <a:t>USER RESEARCH</a:t>
            </a:r>
            <a:endParaRPr lang="en-US" sz="3000" dirty="0"/>
          </a:p>
        </p:txBody>
      </p:sp>
      <p:sp>
        <p:nvSpPr>
          <p:cNvPr id="3" name="Text 1"/>
          <p:cNvSpPr/>
          <p:nvPr/>
        </p:nvSpPr>
        <p:spPr>
          <a:xfrm>
            <a:off x="457200" y="777240"/>
            <a:ext cx="9875520" cy="365760"/>
          </a:xfrm>
          <a:prstGeom prst="rect">
            <a:avLst/>
          </a:prstGeom>
          <a:noFill/>
          <a:ln/>
        </p:spPr>
        <p:txBody>
          <a:bodyPr wrap="square" lIns="0" tIns="0" rIns="0" bIns="0" rtlCol="0" anchor="ctr"/>
          <a:lstStyle/>
          <a:p>
            <a:pPr marL="0" indent="0" algn="l">
              <a:buNone/>
            </a:pPr>
            <a:r>
              <a:rPr lang="en-US" sz="1500" i="1" dirty="0">
                <a:solidFill>
                  <a:srgbClr val="085A68"/>
                </a:solidFill>
                <a:latin typeface="Calibri" pitchFamily="34" charset="0"/>
                <a:ea typeface="Calibri" pitchFamily="34" charset="-122"/>
                <a:cs typeface="Calibri" pitchFamily="34" charset="-120"/>
              </a:rPr>
              <a:t>Meet the Three Personas</a:t>
            </a:r>
            <a:endParaRPr lang="en-US" sz="1500" dirty="0"/>
          </a:p>
        </p:txBody>
      </p:sp>
      <p:sp>
        <p:nvSpPr>
          <p:cNvPr id="4" name="Shape 2"/>
          <p:cNvSpPr/>
          <p:nvPr/>
        </p:nvSpPr>
        <p:spPr>
          <a:xfrm>
            <a:off x="11109960" y="320040"/>
            <a:ext cx="621792" cy="621792"/>
          </a:xfrm>
          <a:prstGeom prst="ellipse">
            <a:avLst/>
          </a:prstGeom>
          <a:solidFill>
            <a:srgbClr val="0B7285"/>
          </a:solidFill>
          <a:ln/>
        </p:spPr>
      </p:sp>
      <p:pic>
        <p:nvPicPr>
          <p:cNvPr id="5" name="Image 0" descr="/home/claude/ameerpet/icons/passengers.png"/>
          <p:cNvPicPr>
            <a:picLocks noChangeAspect="1"/>
          </p:cNvPicPr>
          <p:nvPr/>
        </p:nvPicPr>
        <p:blipFill>
          <a:blip r:embed="rId3"/>
          <a:stretch>
            <a:fillRect/>
          </a:stretch>
        </p:blipFill>
        <p:spPr>
          <a:xfrm>
            <a:off x="11190793" y="400873"/>
            <a:ext cx="460126" cy="460126"/>
          </a:xfrm>
          <a:prstGeom prst="rect">
            <a:avLst/>
          </a:prstGeom>
        </p:spPr>
      </p:pic>
      <p:sp>
        <p:nvSpPr>
          <p:cNvPr id="6" name="Shape 3"/>
          <p:cNvSpPr/>
          <p:nvPr/>
        </p:nvSpPr>
        <p:spPr>
          <a:xfrm>
            <a:off x="457200" y="1280160"/>
            <a:ext cx="3576218" cy="4983480"/>
          </a:xfrm>
          <a:prstGeom prst="roundRect">
            <a:avLst>
              <a:gd name="adj" fmla="val 2046"/>
            </a:avLst>
          </a:prstGeom>
          <a:solidFill>
            <a:srgbClr val="F7FAFB"/>
          </a:solidFill>
          <a:ln w="12700">
            <a:solidFill>
              <a:srgbClr val="DCE4E6"/>
            </a:solidFill>
            <a:prstDash val="solid"/>
          </a:ln>
          <a:effectLst>
            <a:outerShdw blurRad="76200" dist="25400" dir="5400000" algn="bl" rotWithShape="0">
              <a:srgbClr val="8A99A8">
                <a:alpha val="22000"/>
              </a:srgbClr>
            </a:outerShdw>
          </a:effectLst>
        </p:spPr>
      </p:sp>
      <p:sp>
        <p:nvSpPr>
          <p:cNvPr id="7" name="Shape 4"/>
          <p:cNvSpPr/>
          <p:nvPr/>
        </p:nvSpPr>
        <p:spPr>
          <a:xfrm>
            <a:off x="685800" y="1508760"/>
            <a:ext cx="566928" cy="566928"/>
          </a:xfrm>
          <a:prstGeom prst="ellipse">
            <a:avLst/>
          </a:prstGeom>
          <a:solidFill>
            <a:srgbClr val="0B7285"/>
          </a:solidFill>
          <a:ln/>
        </p:spPr>
      </p:sp>
      <p:pic>
        <p:nvPicPr>
          <p:cNvPr id="8" name="Image 1" descr="/home/claude/ameerpet/icons/elderly.png"/>
          <p:cNvPicPr>
            <a:picLocks noChangeAspect="1"/>
          </p:cNvPicPr>
          <p:nvPr/>
        </p:nvPicPr>
        <p:blipFill>
          <a:blip r:embed="rId4"/>
          <a:stretch>
            <a:fillRect/>
          </a:stretch>
        </p:blipFill>
        <p:spPr>
          <a:xfrm>
            <a:off x="759501" y="1582461"/>
            <a:ext cx="419527" cy="419527"/>
          </a:xfrm>
          <a:prstGeom prst="rect">
            <a:avLst/>
          </a:prstGeom>
        </p:spPr>
      </p:pic>
      <p:sp>
        <p:nvSpPr>
          <p:cNvPr id="9" name="Text 5"/>
          <p:cNvSpPr/>
          <p:nvPr/>
        </p:nvSpPr>
        <p:spPr>
          <a:xfrm>
            <a:off x="1371600" y="1499616"/>
            <a:ext cx="2478938" cy="292608"/>
          </a:xfrm>
          <a:prstGeom prst="rect">
            <a:avLst/>
          </a:prstGeom>
          <a:noFill/>
          <a:ln/>
        </p:spPr>
        <p:txBody>
          <a:bodyPr wrap="square" lIns="0" tIns="0" rIns="0" bIns="0"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RAMESH KUMAR</a:t>
            </a:r>
            <a:endParaRPr lang="en-US" sz="1450" dirty="0"/>
          </a:p>
        </p:txBody>
      </p:sp>
      <p:sp>
        <p:nvSpPr>
          <p:cNvPr id="10" name="Text 6"/>
          <p:cNvSpPr/>
          <p:nvPr/>
        </p:nvSpPr>
        <p:spPr>
          <a:xfrm>
            <a:off x="1371600" y="1783080"/>
            <a:ext cx="2478938" cy="228600"/>
          </a:xfrm>
          <a:prstGeom prst="rect">
            <a:avLst/>
          </a:prstGeom>
          <a:noFill/>
          <a:ln/>
        </p:spPr>
        <p:txBody>
          <a:bodyPr wrap="square" lIns="0" tIns="0" rIns="0" bIns="0" rtlCol="0" anchor="ctr"/>
          <a:lstStyle/>
          <a:p>
            <a:pPr marL="0" indent="0">
              <a:buNone/>
            </a:pPr>
            <a:r>
              <a:rPr lang="en-US" sz="1000" dirty="0">
                <a:latin typeface="Calibri" pitchFamily="34" charset="0"/>
                <a:ea typeface="Calibri" pitchFamily="34" charset="-122"/>
                <a:cs typeface="Calibri" pitchFamily="34" charset="-120"/>
              </a:rPr>
              <a:t>Age 65</a:t>
            </a:r>
            <a:endParaRPr lang="en-US" sz="1000" dirty="0"/>
          </a:p>
        </p:txBody>
      </p:sp>
      <p:sp>
        <p:nvSpPr>
          <p:cNvPr id="11" name="Shape 7"/>
          <p:cNvSpPr/>
          <p:nvPr/>
        </p:nvSpPr>
        <p:spPr>
          <a:xfrm>
            <a:off x="685800" y="2194560"/>
            <a:ext cx="3119018" cy="0"/>
          </a:xfrm>
          <a:prstGeom prst="line">
            <a:avLst/>
          </a:prstGeom>
          <a:noFill/>
          <a:ln w="12700">
            <a:solidFill>
              <a:srgbClr val="DCE4E6"/>
            </a:solidFill>
            <a:prstDash val="solid"/>
          </a:ln>
        </p:spPr>
      </p:sp>
      <p:sp>
        <p:nvSpPr>
          <p:cNvPr id="12" name="Text 8"/>
          <p:cNvSpPr/>
          <p:nvPr/>
        </p:nvSpPr>
        <p:spPr>
          <a:xfrm>
            <a:off x="685800" y="2304288"/>
            <a:ext cx="3119018" cy="457200"/>
          </a:xfrm>
          <a:prstGeom prst="rect">
            <a:avLst/>
          </a:prstGeom>
          <a:noFill/>
          <a:ln/>
        </p:spPr>
        <p:txBody>
          <a:bodyPr wrap="square" lIns="0" tIns="0" rIns="0" bIns="0" rtlCol="0" anchor="t"/>
          <a:lstStyle/>
          <a:p>
            <a:pPr marL="0" indent="0">
              <a:lnSpc>
                <a:spcPct val="105000"/>
              </a:lnSpc>
              <a:buNone/>
            </a:pPr>
            <a:r>
              <a:rPr lang="en-US" sz="1200" b="1" dirty="0">
                <a:solidFill>
                  <a:srgbClr val="085A68"/>
                </a:solidFill>
                <a:latin typeface="Calibri" pitchFamily="34" charset="0"/>
                <a:ea typeface="Calibri" pitchFamily="34" charset="-122"/>
                <a:cs typeface="Calibri" pitchFamily="34" charset="-120"/>
              </a:rPr>
              <a:t>OCCUPATION: </a:t>
            </a:r>
            <a:r>
              <a:rPr lang="en-US" sz="1200" dirty="0">
                <a:solidFill>
                  <a:srgbClr val="495057"/>
                </a:solidFill>
                <a:latin typeface="Calibri" pitchFamily="34" charset="0"/>
                <a:ea typeface="Calibri" pitchFamily="34" charset="-122"/>
                <a:cs typeface="Calibri" pitchFamily="34" charset="-120"/>
              </a:rPr>
              <a:t>Retired Government Employee</a:t>
            </a:r>
            <a:endParaRPr lang="en-US" sz="1200" dirty="0"/>
          </a:p>
        </p:txBody>
      </p:sp>
      <p:sp>
        <p:nvSpPr>
          <p:cNvPr id="13" name="Text 9"/>
          <p:cNvSpPr/>
          <p:nvPr/>
        </p:nvSpPr>
        <p:spPr>
          <a:xfrm>
            <a:off x="685800" y="2688336"/>
            <a:ext cx="3119018" cy="457200"/>
          </a:xfrm>
          <a:prstGeom prst="rect">
            <a:avLst/>
          </a:prstGeom>
          <a:noFill/>
          <a:ln/>
        </p:spPr>
        <p:txBody>
          <a:bodyPr wrap="square" lIns="0" tIns="0" rIns="0" bIns="0" rtlCol="0" anchor="t"/>
          <a:lstStyle/>
          <a:p>
            <a:pPr marL="0" indent="0">
              <a:lnSpc>
                <a:spcPct val="105000"/>
              </a:lnSpc>
              <a:buNone/>
            </a:pPr>
            <a:r>
              <a:rPr lang="en-US" sz="1200" b="1" dirty="0">
                <a:solidFill>
                  <a:srgbClr val="085A68"/>
                </a:solidFill>
                <a:latin typeface="Calibri" pitchFamily="34" charset="0"/>
                <a:ea typeface="Calibri" pitchFamily="34" charset="-122"/>
                <a:cs typeface="Calibri" pitchFamily="34" charset="-120"/>
              </a:rPr>
              <a:t>USER TYPE: </a:t>
            </a:r>
            <a:r>
              <a:rPr lang="en-US" sz="1200" dirty="0">
                <a:solidFill>
                  <a:srgbClr val="495057"/>
                </a:solidFill>
                <a:latin typeface="Calibri" pitchFamily="34" charset="0"/>
                <a:ea typeface="Calibri" pitchFamily="34" charset="-122"/>
                <a:cs typeface="Calibri" pitchFamily="34" charset="-120"/>
              </a:rPr>
              <a:t>Elderly first-time / occasional traveler</a:t>
            </a:r>
            <a:endParaRPr lang="en-US" sz="1200" dirty="0"/>
          </a:p>
        </p:txBody>
      </p:sp>
      <p:sp>
        <p:nvSpPr>
          <p:cNvPr id="14" name="Text 10"/>
          <p:cNvSpPr/>
          <p:nvPr/>
        </p:nvSpPr>
        <p:spPr>
          <a:xfrm>
            <a:off x="685800" y="3072384"/>
            <a:ext cx="3119018" cy="457200"/>
          </a:xfrm>
          <a:prstGeom prst="rect">
            <a:avLst/>
          </a:prstGeom>
          <a:noFill/>
          <a:ln/>
        </p:spPr>
        <p:txBody>
          <a:bodyPr wrap="square" lIns="0" tIns="0" rIns="0" bIns="0" rtlCol="0" anchor="t"/>
          <a:lstStyle/>
          <a:p>
            <a:pPr marL="0" indent="0">
              <a:lnSpc>
                <a:spcPct val="105000"/>
              </a:lnSpc>
              <a:buNone/>
            </a:pPr>
            <a:r>
              <a:rPr lang="en-US" sz="1200" dirty="0">
                <a:solidFill>
                  <a:srgbClr val="495057"/>
                </a:solidFill>
                <a:latin typeface="Calibri" pitchFamily="34" charset="0"/>
                <a:ea typeface="Calibri" pitchFamily="34" charset="-122"/>
                <a:cs typeface="Calibri" pitchFamily="34" charset="-120"/>
              </a:rPr>
              <a:t>Tech Comfort: Low–Moderate</a:t>
            </a:r>
            <a:endParaRPr lang="en-US" sz="1200" dirty="0"/>
          </a:p>
        </p:txBody>
      </p:sp>
      <p:sp>
        <p:nvSpPr>
          <p:cNvPr id="15" name="Text 11"/>
          <p:cNvSpPr/>
          <p:nvPr/>
        </p:nvSpPr>
        <p:spPr>
          <a:xfrm>
            <a:off x="685800" y="3364992"/>
            <a:ext cx="3119018" cy="457200"/>
          </a:xfrm>
          <a:prstGeom prst="rect">
            <a:avLst/>
          </a:prstGeom>
          <a:noFill/>
          <a:ln/>
        </p:spPr>
        <p:txBody>
          <a:bodyPr wrap="square" lIns="0" tIns="0" rIns="0" bIns="0" rtlCol="0" anchor="t"/>
          <a:lstStyle/>
          <a:p>
            <a:pPr marL="0" indent="0">
              <a:lnSpc>
                <a:spcPct val="105000"/>
              </a:lnSpc>
              <a:buNone/>
            </a:pPr>
            <a:r>
              <a:rPr lang="en-US" sz="1200" b="1" dirty="0">
                <a:solidFill>
                  <a:srgbClr val="085A68"/>
                </a:solidFill>
                <a:latin typeface="Calibri" pitchFamily="34" charset="0"/>
                <a:ea typeface="Calibri" pitchFamily="34" charset="-122"/>
                <a:cs typeface="Calibri" pitchFamily="34" charset="-120"/>
              </a:rPr>
              <a:t>TRAVEL PURPOSE: </a:t>
            </a:r>
            <a:r>
              <a:rPr lang="en-US" sz="1200" dirty="0">
                <a:solidFill>
                  <a:srgbClr val="495057"/>
                </a:solidFill>
                <a:latin typeface="Calibri" pitchFamily="34" charset="0"/>
                <a:ea typeface="Calibri" pitchFamily="34" charset="-122"/>
                <a:cs typeface="Calibri" pitchFamily="34" charset="-120"/>
              </a:rPr>
              <a:t>Hospital visits, family visits, personal work</a:t>
            </a:r>
            <a:endParaRPr lang="en-US" sz="1200" dirty="0"/>
          </a:p>
        </p:txBody>
      </p:sp>
      <p:sp>
        <p:nvSpPr>
          <p:cNvPr id="16" name="Shape 12"/>
          <p:cNvSpPr/>
          <p:nvPr/>
        </p:nvSpPr>
        <p:spPr>
          <a:xfrm>
            <a:off x="685800" y="3803904"/>
            <a:ext cx="3119018" cy="914400"/>
          </a:xfrm>
          <a:prstGeom prst="roundRect">
            <a:avLst>
              <a:gd name="adj" fmla="val 5000"/>
            </a:avLst>
          </a:prstGeom>
          <a:solidFill>
            <a:srgbClr val="E9F4F5"/>
          </a:solidFill>
          <a:ln/>
        </p:spPr>
      </p:sp>
      <p:sp>
        <p:nvSpPr>
          <p:cNvPr id="17" name="Text 13"/>
          <p:cNvSpPr/>
          <p:nvPr/>
        </p:nvSpPr>
        <p:spPr>
          <a:xfrm>
            <a:off x="804672" y="3858768"/>
            <a:ext cx="2881274" cy="201168"/>
          </a:xfrm>
          <a:prstGeom prst="rect">
            <a:avLst/>
          </a:prstGeom>
          <a:noFill/>
          <a:ln/>
        </p:spPr>
        <p:txBody>
          <a:bodyPr wrap="square" lIns="0" tIns="0" rIns="0" bIns="0" rtlCol="0" anchor="ctr"/>
          <a:lstStyle/>
          <a:p>
            <a:pPr marL="0" indent="0">
              <a:buNone/>
            </a:pPr>
            <a:r>
              <a:rPr lang="en-US" sz="1200" b="1" kern="0" spc="100" dirty="0">
                <a:solidFill>
                  <a:srgbClr val="085A68"/>
                </a:solidFill>
                <a:latin typeface="Calibri" pitchFamily="34" charset="0"/>
                <a:ea typeface="Calibri" pitchFamily="34" charset="-122"/>
                <a:cs typeface="Calibri" pitchFamily="34" charset="-120"/>
              </a:rPr>
              <a:t>GOAL</a:t>
            </a:r>
            <a:endParaRPr lang="en-US" sz="1200" dirty="0"/>
          </a:p>
        </p:txBody>
      </p:sp>
      <p:sp>
        <p:nvSpPr>
          <p:cNvPr id="18" name="Text 14"/>
          <p:cNvSpPr/>
          <p:nvPr/>
        </p:nvSpPr>
        <p:spPr>
          <a:xfrm>
            <a:off x="804672" y="4050792"/>
            <a:ext cx="2881274" cy="612648"/>
          </a:xfrm>
          <a:prstGeom prst="rect">
            <a:avLst/>
          </a:prstGeom>
          <a:noFill/>
          <a:ln/>
        </p:spPr>
        <p:txBody>
          <a:bodyPr wrap="square" lIns="0" tIns="0" rIns="0" bIns="0" rtlCol="0" anchor="t"/>
          <a:lstStyle/>
          <a:p>
            <a:pPr marL="0" indent="0">
              <a:lnSpc>
                <a:spcPct val="105000"/>
              </a:lnSpc>
              <a:buNone/>
            </a:pPr>
            <a:r>
              <a:rPr lang="en-US" sz="1200" dirty="0">
                <a:solidFill>
                  <a:srgbClr val="495057"/>
                </a:solidFill>
                <a:latin typeface="Calibri" pitchFamily="34" charset="0"/>
                <a:ea typeface="Calibri" pitchFamily="34" charset="-122"/>
                <a:cs typeface="Calibri" pitchFamily="34" charset="-120"/>
              </a:rPr>
              <a:t>Navigate the interchange safely, find the correct platform, and reach his destination without depending repeatedly on others</a:t>
            </a:r>
            <a:r>
              <a:rPr lang="en-US" sz="950" dirty="0">
                <a:solidFill>
                  <a:srgbClr val="495057"/>
                </a:solidFill>
                <a:latin typeface="Calibri" pitchFamily="34" charset="0"/>
                <a:ea typeface="Calibri" pitchFamily="34" charset="-122"/>
                <a:cs typeface="Calibri" pitchFamily="34" charset="-120"/>
              </a:rPr>
              <a:t>.</a:t>
            </a:r>
            <a:endParaRPr lang="en-US" sz="950" dirty="0"/>
          </a:p>
        </p:txBody>
      </p:sp>
      <p:sp>
        <p:nvSpPr>
          <p:cNvPr id="19" name="Shape 15"/>
          <p:cNvSpPr/>
          <p:nvPr/>
        </p:nvSpPr>
        <p:spPr>
          <a:xfrm>
            <a:off x="685800" y="4809744"/>
            <a:ext cx="3119018" cy="960120"/>
          </a:xfrm>
          <a:prstGeom prst="roundRect">
            <a:avLst>
              <a:gd name="adj" fmla="val 4762"/>
            </a:avLst>
          </a:prstGeom>
          <a:solidFill>
            <a:srgbClr val="FDEEE6"/>
          </a:solidFill>
          <a:ln/>
        </p:spPr>
      </p:sp>
      <p:sp>
        <p:nvSpPr>
          <p:cNvPr id="20" name="Text 16"/>
          <p:cNvSpPr/>
          <p:nvPr/>
        </p:nvSpPr>
        <p:spPr>
          <a:xfrm>
            <a:off x="804672" y="4864608"/>
            <a:ext cx="2881274" cy="201168"/>
          </a:xfrm>
          <a:prstGeom prst="rect">
            <a:avLst/>
          </a:prstGeom>
          <a:noFill/>
          <a:ln/>
        </p:spPr>
        <p:txBody>
          <a:bodyPr wrap="square" lIns="0" tIns="0" rIns="0" bIns="0" rtlCol="0" anchor="ctr"/>
          <a:lstStyle/>
          <a:p>
            <a:pPr marL="0" indent="0">
              <a:buNone/>
            </a:pPr>
            <a:r>
              <a:rPr lang="en-US" sz="1200" b="1" kern="0" spc="100" dirty="0">
                <a:solidFill>
                  <a:srgbClr val="E8590C"/>
                </a:solidFill>
                <a:latin typeface="Calibri" pitchFamily="34" charset="0"/>
                <a:ea typeface="Calibri" pitchFamily="34" charset="-122"/>
                <a:cs typeface="Calibri" pitchFamily="34" charset="-120"/>
              </a:rPr>
              <a:t>PAIN POINT</a:t>
            </a:r>
            <a:endParaRPr lang="en-US" sz="1200" dirty="0"/>
          </a:p>
        </p:txBody>
      </p:sp>
      <p:sp>
        <p:nvSpPr>
          <p:cNvPr id="21" name="Text 17"/>
          <p:cNvSpPr/>
          <p:nvPr/>
        </p:nvSpPr>
        <p:spPr>
          <a:xfrm>
            <a:off x="799218" y="5056632"/>
            <a:ext cx="2881274" cy="658368"/>
          </a:xfrm>
          <a:prstGeom prst="rect">
            <a:avLst/>
          </a:prstGeom>
          <a:noFill/>
          <a:ln/>
        </p:spPr>
        <p:txBody>
          <a:bodyPr wrap="square" lIns="0" tIns="0" rIns="0" bIns="0" rtlCol="0" anchor="t"/>
          <a:lstStyle/>
          <a:p>
            <a:pPr marL="0" indent="0">
              <a:lnSpc>
                <a:spcPct val="105000"/>
              </a:lnSpc>
              <a:buNone/>
            </a:pPr>
            <a:r>
              <a:rPr lang="en-US" sz="1200" dirty="0">
                <a:solidFill>
                  <a:srgbClr val="495057"/>
                </a:solidFill>
                <a:latin typeface="Calibri" pitchFamily="34" charset="0"/>
                <a:ea typeface="Calibri" pitchFamily="34" charset="-122"/>
                <a:cs typeface="Calibri" pitchFamily="34" charset="-120"/>
              </a:rPr>
              <a:t>Crowds, unfamiliar layout, difficulty finding lifts/platforms, fear of the wrong train, unnecessary walking.</a:t>
            </a:r>
            <a:endParaRPr lang="en-US" sz="1200" dirty="0"/>
          </a:p>
        </p:txBody>
      </p:sp>
      <p:sp>
        <p:nvSpPr>
          <p:cNvPr id="22" name="Shape 18"/>
          <p:cNvSpPr/>
          <p:nvPr/>
        </p:nvSpPr>
        <p:spPr>
          <a:xfrm>
            <a:off x="685800" y="5861304"/>
            <a:ext cx="3119018" cy="621792"/>
          </a:xfrm>
          <a:prstGeom prst="roundRect">
            <a:avLst>
              <a:gd name="adj" fmla="val 7353"/>
            </a:avLst>
          </a:prstGeom>
          <a:solidFill>
            <a:srgbClr val="E6F7F1"/>
          </a:solidFill>
          <a:ln/>
        </p:spPr>
      </p:sp>
      <p:sp>
        <p:nvSpPr>
          <p:cNvPr id="23" name="Text 19"/>
          <p:cNvSpPr/>
          <p:nvPr/>
        </p:nvSpPr>
        <p:spPr>
          <a:xfrm>
            <a:off x="804672" y="5916168"/>
            <a:ext cx="2881274" cy="201168"/>
          </a:xfrm>
          <a:prstGeom prst="rect">
            <a:avLst/>
          </a:prstGeom>
          <a:noFill/>
          <a:ln/>
        </p:spPr>
        <p:txBody>
          <a:bodyPr wrap="square" lIns="0" tIns="0" rIns="0" bIns="0" rtlCol="0" anchor="ctr"/>
          <a:lstStyle/>
          <a:p>
            <a:pPr marL="0" indent="0">
              <a:buNone/>
            </a:pPr>
            <a:r>
              <a:rPr lang="en-US" sz="1200" b="1" kern="0" spc="100" dirty="0">
                <a:solidFill>
                  <a:srgbClr val="0CA678"/>
                </a:solidFill>
                <a:latin typeface="Calibri" pitchFamily="34" charset="0"/>
                <a:ea typeface="Calibri" pitchFamily="34" charset="-122"/>
                <a:cs typeface="Calibri" pitchFamily="34" charset="-120"/>
              </a:rPr>
              <a:t>PRIMARY NEED</a:t>
            </a:r>
            <a:endParaRPr lang="en-US" sz="1200" dirty="0"/>
          </a:p>
        </p:txBody>
      </p:sp>
      <p:sp>
        <p:nvSpPr>
          <p:cNvPr id="24" name="Text 20"/>
          <p:cNvSpPr/>
          <p:nvPr/>
        </p:nvSpPr>
        <p:spPr>
          <a:xfrm>
            <a:off x="804672" y="6108192"/>
            <a:ext cx="2881274" cy="320040"/>
          </a:xfrm>
          <a:prstGeom prst="rect">
            <a:avLst/>
          </a:prstGeom>
          <a:noFill/>
          <a:ln/>
        </p:spPr>
        <p:txBody>
          <a:bodyPr wrap="square" lIns="0" tIns="0" rIns="0" bIns="0" rtlCol="0" anchor="t"/>
          <a:lstStyle/>
          <a:p>
            <a:pPr marL="0" indent="0">
              <a:lnSpc>
                <a:spcPct val="105000"/>
              </a:lnSpc>
              <a:buNone/>
            </a:pPr>
            <a:r>
              <a:rPr lang="en-US" sz="1200" dirty="0">
                <a:solidFill>
                  <a:srgbClr val="495057"/>
                </a:solidFill>
                <a:latin typeface="Calibri" pitchFamily="34" charset="0"/>
                <a:ea typeface="Calibri" pitchFamily="34" charset="-122"/>
                <a:cs typeface="Calibri" pitchFamily="34" charset="-120"/>
              </a:rPr>
              <a:t>Simple, accessible and highly visible guidance</a:t>
            </a:r>
            <a:r>
              <a:rPr lang="en-US" sz="950" dirty="0">
                <a:solidFill>
                  <a:srgbClr val="495057"/>
                </a:solidFill>
                <a:latin typeface="Calibri" pitchFamily="34" charset="0"/>
                <a:ea typeface="Calibri" pitchFamily="34" charset="-122"/>
                <a:cs typeface="Calibri" pitchFamily="34" charset="-120"/>
              </a:rPr>
              <a:t>.</a:t>
            </a:r>
            <a:endParaRPr lang="en-US" sz="950" dirty="0"/>
          </a:p>
        </p:txBody>
      </p:sp>
      <p:sp>
        <p:nvSpPr>
          <p:cNvPr id="25" name="Shape 21"/>
          <p:cNvSpPr/>
          <p:nvPr/>
        </p:nvSpPr>
        <p:spPr>
          <a:xfrm>
            <a:off x="4183413" y="1280160"/>
            <a:ext cx="3576218" cy="4983480"/>
          </a:xfrm>
          <a:prstGeom prst="roundRect">
            <a:avLst>
              <a:gd name="adj" fmla="val 2046"/>
            </a:avLst>
          </a:prstGeom>
          <a:solidFill>
            <a:srgbClr val="F7FAFB"/>
          </a:solidFill>
          <a:ln w="12700">
            <a:solidFill>
              <a:srgbClr val="DCE4E6"/>
            </a:solidFill>
            <a:prstDash val="solid"/>
          </a:ln>
          <a:effectLst>
            <a:outerShdw blurRad="76200" dist="25400" dir="5400000" algn="bl" rotWithShape="0">
              <a:srgbClr val="8A99A8">
                <a:alpha val="22000"/>
              </a:srgbClr>
            </a:outerShdw>
          </a:effectLst>
        </p:spPr>
      </p:sp>
      <p:sp>
        <p:nvSpPr>
          <p:cNvPr id="26" name="Shape 22"/>
          <p:cNvSpPr/>
          <p:nvPr/>
        </p:nvSpPr>
        <p:spPr>
          <a:xfrm>
            <a:off x="4536338" y="1508760"/>
            <a:ext cx="566928" cy="566928"/>
          </a:xfrm>
          <a:prstGeom prst="ellipse">
            <a:avLst/>
          </a:prstGeom>
          <a:solidFill>
            <a:srgbClr val="0B7285"/>
          </a:solidFill>
          <a:ln/>
        </p:spPr>
      </p:sp>
      <p:pic>
        <p:nvPicPr>
          <p:cNvPr id="27" name="Image 2" descr="/home/claude/ameerpet/icons/student.png"/>
          <p:cNvPicPr>
            <a:picLocks noChangeAspect="1"/>
          </p:cNvPicPr>
          <p:nvPr/>
        </p:nvPicPr>
        <p:blipFill>
          <a:blip r:embed="rId5"/>
          <a:stretch>
            <a:fillRect/>
          </a:stretch>
        </p:blipFill>
        <p:spPr>
          <a:xfrm>
            <a:off x="4610039" y="1582461"/>
            <a:ext cx="419527" cy="419527"/>
          </a:xfrm>
          <a:prstGeom prst="rect">
            <a:avLst/>
          </a:prstGeom>
        </p:spPr>
      </p:pic>
      <p:sp>
        <p:nvSpPr>
          <p:cNvPr id="28" name="Text 23"/>
          <p:cNvSpPr/>
          <p:nvPr/>
        </p:nvSpPr>
        <p:spPr>
          <a:xfrm>
            <a:off x="5222138" y="1499616"/>
            <a:ext cx="2478938" cy="292608"/>
          </a:xfrm>
          <a:prstGeom prst="rect">
            <a:avLst/>
          </a:prstGeom>
          <a:noFill/>
          <a:ln/>
        </p:spPr>
        <p:txBody>
          <a:bodyPr wrap="square" lIns="0" tIns="0" rIns="0" bIns="0"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ANYA REDDY</a:t>
            </a:r>
            <a:endParaRPr lang="en-US" sz="1450" dirty="0"/>
          </a:p>
        </p:txBody>
      </p:sp>
      <p:sp>
        <p:nvSpPr>
          <p:cNvPr id="29" name="Text 24"/>
          <p:cNvSpPr/>
          <p:nvPr/>
        </p:nvSpPr>
        <p:spPr>
          <a:xfrm>
            <a:off x="5222138" y="1783080"/>
            <a:ext cx="2478938" cy="228600"/>
          </a:xfrm>
          <a:prstGeom prst="rect">
            <a:avLst/>
          </a:prstGeom>
          <a:noFill/>
          <a:ln/>
        </p:spPr>
        <p:txBody>
          <a:bodyPr wrap="square" lIns="0" tIns="0" rIns="0" bIns="0" rtlCol="0" anchor="ctr"/>
          <a:lstStyle/>
          <a:p>
            <a:pPr marL="0" indent="0">
              <a:buNone/>
            </a:pPr>
            <a:r>
              <a:rPr lang="en-US" sz="1000" dirty="0">
                <a:latin typeface="Calibri" pitchFamily="34" charset="0"/>
                <a:ea typeface="Calibri" pitchFamily="34" charset="-122"/>
                <a:cs typeface="Calibri" pitchFamily="34" charset="-120"/>
              </a:rPr>
              <a:t>Age 20</a:t>
            </a:r>
            <a:endParaRPr lang="en-US" sz="1000" dirty="0"/>
          </a:p>
        </p:txBody>
      </p:sp>
      <p:sp>
        <p:nvSpPr>
          <p:cNvPr id="30" name="Shape 25"/>
          <p:cNvSpPr/>
          <p:nvPr/>
        </p:nvSpPr>
        <p:spPr>
          <a:xfrm>
            <a:off x="4536338" y="2194560"/>
            <a:ext cx="3119018" cy="0"/>
          </a:xfrm>
          <a:prstGeom prst="line">
            <a:avLst/>
          </a:prstGeom>
          <a:noFill/>
          <a:ln w="12700">
            <a:solidFill>
              <a:srgbClr val="DCE4E6"/>
            </a:solidFill>
            <a:prstDash val="solid"/>
          </a:ln>
        </p:spPr>
      </p:sp>
      <p:sp>
        <p:nvSpPr>
          <p:cNvPr id="31" name="Text 26"/>
          <p:cNvSpPr/>
          <p:nvPr/>
        </p:nvSpPr>
        <p:spPr>
          <a:xfrm>
            <a:off x="4536338" y="2304288"/>
            <a:ext cx="3119018" cy="457200"/>
          </a:xfrm>
          <a:prstGeom prst="rect">
            <a:avLst/>
          </a:prstGeom>
          <a:noFill/>
          <a:ln/>
        </p:spPr>
        <p:txBody>
          <a:bodyPr wrap="square" lIns="0" tIns="0" rIns="0" bIns="0" rtlCol="0" anchor="t"/>
          <a:lstStyle/>
          <a:p>
            <a:pPr marL="0" indent="0">
              <a:lnSpc>
                <a:spcPct val="105000"/>
              </a:lnSpc>
              <a:buNone/>
            </a:pPr>
            <a:r>
              <a:rPr lang="en-US" sz="1200" b="1" dirty="0">
                <a:solidFill>
                  <a:srgbClr val="085A68"/>
                </a:solidFill>
                <a:latin typeface="Calibri" pitchFamily="34" charset="0"/>
                <a:ea typeface="Calibri" pitchFamily="34" charset="-122"/>
                <a:cs typeface="Calibri" pitchFamily="34" charset="-120"/>
              </a:rPr>
              <a:t>OCCUPATION: </a:t>
            </a:r>
            <a:r>
              <a:rPr lang="en-US" sz="1200" dirty="0">
                <a:solidFill>
                  <a:srgbClr val="495057"/>
                </a:solidFill>
                <a:latin typeface="Calibri" pitchFamily="34" charset="0"/>
                <a:ea typeface="Calibri" pitchFamily="34" charset="-122"/>
                <a:cs typeface="Calibri" pitchFamily="34" charset="-120"/>
              </a:rPr>
              <a:t>College Student</a:t>
            </a:r>
            <a:endParaRPr lang="en-US" sz="1200" dirty="0"/>
          </a:p>
        </p:txBody>
      </p:sp>
      <p:sp>
        <p:nvSpPr>
          <p:cNvPr id="32" name="Text 27"/>
          <p:cNvSpPr/>
          <p:nvPr/>
        </p:nvSpPr>
        <p:spPr>
          <a:xfrm>
            <a:off x="4536338" y="2688336"/>
            <a:ext cx="3119018" cy="457200"/>
          </a:xfrm>
          <a:prstGeom prst="rect">
            <a:avLst/>
          </a:prstGeom>
          <a:noFill/>
          <a:ln/>
        </p:spPr>
        <p:txBody>
          <a:bodyPr wrap="square" lIns="0" tIns="0" rIns="0" bIns="0" rtlCol="0" anchor="t"/>
          <a:lstStyle/>
          <a:p>
            <a:pPr marL="0" indent="0">
              <a:lnSpc>
                <a:spcPct val="105000"/>
              </a:lnSpc>
              <a:buNone/>
            </a:pPr>
            <a:r>
              <a:rPr lang="en-US" sz="1200" b="1" dirty="0">
                <a:solidFill>
                  <a:srgbClr val="085A68"/>
                </a:solidFill>
                <a:latin typeface="Calibri" pitchFamily="34" charset="0"/>
                <a:ea typeface="Calibri" pitchFamily="34" charset="-122"/>
                <a:cs typeface="Calibri" pitchFamily="34" charset="-120"/>
              </a:rPr>
              <a:t>USER TYPE: </a:t>
            </a:r>
            <a:r>
              <a:rPr lang="en-US" sz="1200" dirty="0">
                <a:solidFill>
                  <a:srgbClr val="495057"/>
                </a:solidFill>
                <a:latin typeface="Calibri" pitchFamily="34" charset="0"/>
                <a:ea typeface="Calibri" pitchFamily="34" charset="-122"/>
                <a:cs typeface="Calibri" pitchFamily="34" charset="-120"/>
              </a:rPr>
              <a:t>First-time Ameerpet interchange traveler</a:t>
            </a:r>
            <a:endParaRPr lang="en-US" sz="1200" dirty="0"/>
          </a:p>
        </p:txBody>
      </p:sp>
      <p:sp>
        <p:nvSpPr>
          <p:cNvPr id="33" name="Text 28"/>
          <p:cNvSpPr/>
          <p:nvPr/>
        </p:nvSpPr>
        <p:spPr>
          <a:xfrm>
            <a:off x="4536338" y="3145536"/>
            <a:ext cx="3119018" cy="384048"/>
          </a:xfrm>
          <a:prstGeom prst="rect">
            <a:avLst/>
          </a:prstGeom>
          <a:noFill/>
          <a:ln/>
        </p:spPr>
        <p:txBody>
          <a:bodyPr wrap="square" lIns="0" tIns="0" rIns="0" bIns="0" rtlCol="0" anchor="t"/>
          <a:lstStyle/>
          <a:p>
            <a:pPr marL="0" indent="0">
              <a:lnSpc>
                <a:spcPct val="105000"/>
              </a:lnSpc>
              <a:buNone/>
            </a:pPr>
            <a:r>
              <a:rPr lang="en-US" sz="1200" dirty="0">
                <a:solidFill>
                  <a:srgbClr val="495057"/>
                </a:solidFill>
                <a:latin typeface="Calibri" pitchFamily="34" charset="0"/>
                <a:ea typeface="Calibri" pitchFamily="34" charset="-122"/>
                <a:cs typeface="Calibri" pitchFamily="34" charset="-120"/>
              </a:rPr>
              <a:t>Tech Comfort: High</a:t>
            </a:r>
            <a:endParaRPr lang="en-US" sz="1200" dirty="0"/>
          </a:p>
        </p:txBody>
      </p:sp>
      <p:sp>
        <p:nvSpPr>
          <p:cNvPr id="34" name="Text 29"/>
          <p:cNvSpPr/>
          <p:nvPr/>
        </p:nvSpPr>
        <p:spPr>
          <a:xfrm>
            <a:off x="4536338" y="3401568"/>
            <a:ext cx="3119018" cy="420624"/>
          </a:xfrm>
          <a:prstGeom prst="rect">
            <a:avLst/>
          </a:prstGeom>
          <a:noFill/>
          <a:ln/>
        </p:spPr>
        <p:txBody>
          <a:bodyPr wrap="square" lIns="0" tIns="0" rIns="0" bIns="0" rtlCol="0" anchor="t"/>
          <a:lstStyle/>
          <a:p>
            <a:pPr marL="0" indent="0">
              <a:lnSpc>
                <a:spcPct val="105000"/>
              </a:lnSpc>
              <a:buNone/>
            </a:pPr>
            <a:r>
              <a:rPr lang="en-US" sz="1200" b="1" dirty="0">
                <a:solidFill>
                  <a:srgbClr val="085A68"/>
                </a:solidFill>
                <a:latin typeface="Calibri" pitchFamily="34" charset="0"/>
                <a:ea typeface="Calibri" pitchFamily="34" charset="-122"/>
                <a:cs typeface="Calibri" pitchFamily="34" charset="-120"/>
              </a:rPr>
              <a:t>TRAVEL PURPOSE: </a:t>
            </a:r>
            <a:r>
              <a:rPr lang="en-US" sz="1200" dirty="0">
                <a:solidFill>
                  <a:srgbClr val="495057"/>
                </a:solidFill>
                <a:latin typeface="Calibri" pitchFamily="34" charset="0"/>
                <a:ea typeface="Calibri" pitchFamily="34" charset="-122"/>
                <a:cs typeface="Calibri" pitchFamily="34" charset="-120"/>
              </a:rPr>
              <a:t>College, shopping and meeting friends</a:t>
            </a:r>
            <a:endParaRPr lang="en-US" sz="1200" dirty="0"/>
          </a:p>
        </p:txBody>
      </p:sp>
      <p:sp>
        <p:nvSpPr>
          <p:cNvPr id="35" name="Shape 30"/>
          <p:cNvSpPr/>
          <p:nvPr/>
        </p:nvSpPr>
        <p:spPr>
          <a:xfrm>
            <a:off x="4536338" y="3803904"/>
            <a:ext cx="3119018" cy="914400"/>
          </a:xfrm>
          <a:prstGeom prst="roundRect">
            <a:avLst>
              <a:gd name="adj" fmla="val 5000"/>
            </a:avLst>
          </a:prstGeom>
          <a:solidFill>
            <a:srgbClr val="E9F4F5"/>
          </a:solidFill>
          <a:ln/>
        </p:spPr>
      </p:sp>
      <p:sp>
        <p:nvSpPr>
          <p:cNvPr id="36" name="Text 31"/>
          <p:cNvSpPr/>
          <p:nvPr/>
        </p:nvSpPr>
        <p:spPr>
          <a:xfrm>
            <a:off x="4655210" y="3858768"/>
            <a:ext cx="2881274" cy="201168"/>
          </a:xfrm>
          <a:prstGeom prst="rect">
            <a:avLst/>
          </a:prstGeom>
          <a:noFill/>
          <a:ln/>
        </p:spPr>
        <p:txBody>
          <a:bodyPr wrap="square" lIns="0" tIns="0" rIns="0" bIns="0" rtlCol="0" anchor="ctr"/>
          <a:lstStyle/>
          <a:p>
            <a:pPr marL="0" indent="0">
              <a:buNone/>
            </a:pPr>
            <a:r>
              <a:rPr lang="en-US" sz="1200" b="1" kern="0" spc="100" dirty="0">
                <a:solidFill>
                  <a:srgbClr val="085A68"/>
                </a:solidFill>
                <a:latin typeface="Calibri" pitchFamily="34" charset="0"/>
                <a:ea typeface="Calibri" pitchFamily="34" charset="-122"/>
                <a:cs typeface="Calibri" pitchFamily="34" charset="-120"/>
              </a:rPr>
              <a:t>GOAL</a:t>
            </a:r>
            <a:endParaRPr lang="en-US" sz="1200" dirty="0"/>
          </a:p>
        </p:txBody>
      </p:sp>
      <p:sp>
        <p:nvSpPr>
          <p:cNvPr id="37" name="Text 32"/>
          <p:cNvSpPr/>
          <p:nvPr/>
        </p:nvSpPr>
        <p:spPr>
          <a:xfrm>
            <a:off x="4655210" y="4050792"/>
            <a:ext cx="2881274" cy="612648"/>
          </a:xfrm>
          <a:prstGeom prst="rect">
            <a:avLst/>
          </a:prstGeom>
          <a:noFill/>
          <a:ln/>
        </p:spPr>
        <p:txBody>
          <a:bodyPr wrap="square" lIns="0" tIns="0" rIns="0" bIns="0" rtlCol="0" anchor="t"/>
          <a:lstStyle/>
          <a:p>
            <a:pPr marL="0" indent="0">
              <a:lnSpc>
                <a:spcPct val="105000"/>
              </a:lnSpc>
              <a:buNone/>
            </a:pPr>
            <a:r>
              <a:rPr lang="en-US" sz="1200" dirty="0">
                <a:solidFill>
                  <a:srgbClr val="495057"/>
                </a:solidFill>
                <a:latin typeface="Calibri" pitchFamily="34" charset="0"/>
                <a:ea typeface="Calibri" pitchFamily="34" charset="-122"/>
                <a:cs typeface="Calibri" pitchFamily="34" charset="-120"/>
              </a:rPr>
              <a:t>Change metro lines quickly, find the correct platform and reach her destination on time.</a:t>
            </a:r>
            <a:endParaRPr lang="en-US" sz="1200" dirty="0"/>
          </a:p>
        </p:txBody>
      </p:sp>
      <p:sp>
        <p:nvSpPr>
          <p:cNvPr id="38" name="Shape 33"/>
          <p:cNvSpPr/>
          <p:nvPr/>
        </p:nvSpPr>
        <p:spPr>
          <a:xfrm>
            <a:off x="4536338" y="4809744"/>
            <a:ext cx="3119018" cy="960120"/>
          </a:xfrm>
          <a:prstGeom prst="roundRect">
            <a:avLst>
              <a:gd name="adj" fmla="val 4762"/>
            </a:avLst>
          </a:prstGeom>
          <a:solidFill>
            <a:srgbClr val="FDEEE6"/>
          </a:solidFill>
          <a:ln/>
        </p:spPr>
      </p:sp>
      <p:sp>
        <p:nvSpPr>
          <p:cNvPr id="39" name="Text 34"/>
          <p:cNvSpPr/>
          <p:nvPr/>
        </p:nvSpPr>
        <p:spPr>
          <a:xfrm>
            <a:off x="4655210" y="4864608"/>
            <a:ext cx="2881274" cy="201168"/>
          </a:xfrm>
          <a:prstGeom prst="rect">
            <a:avLst/>
          </a:prstGeom>
          <a:noFill/>
          <a:ln/>
        </p:spPr>
        <p:txBody>
          <a:bodyPr wrap="square" lIns="0" tIns="0" rIns="0" bIns="0" rtlCol="0" anchor="ctr"/>
          <a:lstStyle/>
          <a:p>
            <a:pPr marL="0" indent="0">
              <a:buNone/>
            </a:pPr>
            <a:r>
              <a:rPr lang="en-US" sz="1200" b="1" kern="0" spc="100" dirty="0">
                <a:solidFill>
                  <a:srgbClr val="E8590C"/>
                </a:solidFill>
                <a:latin typeface="Calibri" pitchFamily="34" charset="0"/>
                <a:ea typeface="Calibri" pitchFamily="34" charset="-122"/>
                <a:cs typeface="Calibri" pitchFamily="34" charset="-120"/>
              </a:rPr>
              <a:t>PAIN POINT</a:t>
            </a:r>
            <a:endParaRPr lang="en-US" sz="1200" dirty="0"/>
          </a:p>
        </p:txBody>
      </p:sp>
      <p:sp>
        <p:nvSpPr>
          <p:cNvPr id="40" name="Text 35"/>
          <p:cNvSpPr/>
          <p:nvPr/>
        </p:nvSpPr>
        <p:spPr>
          <a:xfrm>
            <a:off x="4655210" y="5056632"/>
            <a:ext cx="2881274" cy="658368"/>
          </a:xfrm>
          <a:prstGeom prst="rect">
            <a:avLst/>
          </a:prstGeom>
          <a:noFill/>
          <a:ln/>
        </p:spPr>
        <p:txBody>
          <a:bodyPr wrap="square" lIns="0" tIns="0" rIns="0" bIns="0" rtlCol="0" anchor="t"/>
          <a:lstStyle/>
          <a:p>
            <a:pPr marL="0" indent="0">
              <a:lnSpc>
                <a:spcPct val="105000"/>
              </a:lnSpc>
              <a:buNone/>
            </a:pPr>
            <a:r>
              <a:rPr lang="en-US" sz="1200" dirty="0">
                <a:solidFill>
                  <a:srgbClr val="495057"/>
                </a:solidFill>
                <a:latin typeface="Calibri" pitchFamily="34" charset="0"/>
                <a:ea typeface="Calibri" pitchFamily="34" charset="-122"/>
                <a:cs typeface="Calibri" pitchFamily="34" charset="-120"/>
              </a:rPr>
              <a:t>Information overload, crowded pathways, unclear directions, fear of following the wrong crowd, exit confusion</a:t>
            </a:r>
            <a:r>
              <a:rPr lang="en-US" sz="950" dirty="0">
                <a:solidFill>
                  <a:srgbClr val="495057"/>
                </a:solidFill>
                <a:latin typeface="Calibri" pitchFamily="34" charset="0"/>
                <a:ea typeface="Calibri" pitchFamily="34" charset="-122"/>
                <a:cs typeface="Calibri" pitchFamily="34" charset="-120"/>
              </a:rPr>
              <a:t>.</a:t>
            </a:r>
            <a:endParaRPr lang="en-US" sz="950" dirty="0"/>
          </a:p>
        </p:txBody>
      </p:sp>
      <p:sp>
        <p:nvSpPr>
          <p:cNvPr id="41" name="Shape 36"/>
          <p:cNvSpPr/>
          <p:nvPr/>
        </p:nvSpPr>
        <p:spPr>
          <a:xfrm>
            <a:off x="4536338" y="5861304"/>
            <a:ext cx="3119018" cy="621792"/>
          </a:xfrm>
          <a:prstGeom prst="roundRect">
            <a:avLst>
              <a:gd name="adj" fmla="val 7353"/>
            </a:avLst>
          </a:prstGeom>
          <a:solidFill>
            <a:srgbClr val="E6F7F1"/>
          </a:solidFill>
          <a:ln/>
        </p:spPr>
      </p:sp>
      <p:sp>
        <p:nvSpPr>
          <p:cNvPr id="42" name="Text 37"/>
          <p:cNvSpPr/>
          <p:nvPr/>
        </p:nvSpPr>
        <p:spPr>
          <a:xfrm>
            <a:off x="4655210" y="5916168"/>
            <a:ext cx="2881274" cy="201168"/>
          </a:xfrm>
          <a:prstGeom prst="rect">
            <a:avLst/>
          </a:prstGeom>
          <a:noFill/>
          <a:ln/>
        </p:spPr>
        <p:txBody>
          <a:bodyPr wrap="square" lIns="0" tIns="0" rIns="0" bIns="0" rtlCol="0" anchor="ctr"/>
          <a:lstStyle/>
          <a:p>
            <a:pPr marL="0" indent="0">
              <a:buNone/>
            </a:pPr>
            <a:r>
              <a:rPr lang="en-US" sz="1200" b="1" kern="0" spc="100" dirty="0">
                <a:solidFill>
                  <a:srgbClr val="0CA678"/>
                </a:solidFill>
                <a:latin typeface="Calibri" pitchFamily="34" charset="0"/>
                <a:ea typeface="Calibri" pitchFamily="34" charset="-122"/>
                <a:cs typeface="Calibri" pitchFamily="34" charset="-120"/>
              </a:rPr>
              <a:t>PRIMARY NEED</a:t>
            </a:r>
            <a:endParaRPr lang="en-US" sz="1200" dirty="0"/>
          </a:p>
        </p:txBody>
      </p:sp>
      <p:sp>
        <p:nvSpPr>
          <p:cNvPr id="43" name="Text 38"/>
          <p:cNvSpPr/>
          <p:nvPr/>
        </p:nvSpPr>
        <p:spPr>
          <a:xfrm>
            <a:off x="4655210" y="6108192"/>
            <a:ext cx="2881274" cy="320040"/>
          </a:xfrm>
          <a:prstGeom prst="rect">
            <a:avLst/>
          </a:prstGeom>
          <a:noFill/>
          <a:ln/>
        </p:spPr>
        <p:txBody>
          <a:bodyPr wrap="square" lIns="0" tIns="0" rIns="0" bIns="0" rtlCol="0" anchor="t"/>
          <a:lstStyle/>
          <a:p>
            <a:pPr marL="0" indent="0">
              <a:lnSpc>
                <a:spcPct val="105000"/>
              </a:lnSpc>
              <a:buNone/>
            </a:pPr>
            <a:r>
              <a:rPr lang="en-US" sz="1200" dirty="0">
                <a:solidFill>
                  <a:srgbClr val="495057"/>
                </a:solidFill>
                <a:latin typeface="Calibri" pitchFamily="34" charset="0"/>
                <a:ea typeface="Calibri" pitchFamily="34" charset="-122"/>
                <a:cs typeface="Calibri" pitchFamily="34" charset="-120"/>
              </a:rPr>
              <a:t>Fast, intuitive and easy-to-follow navigation</a:t>
            </a:r>
            <a:r>
              <a:rPr lang="en-US" sz="950" dirty="0">
                <a:solidFill>
                  <a:srgbClr val="495057"/>
                </a:solidFill>
                <a:latin typeface="Calibri" pitchFamily="34" charset="0"/>
                <a:ea typeface="Calibri" pitchFamily="34" charset="-122"/>
                <a:cs typeface="Calibri" pitchFamily="34" charset="-120"/>
              </a:rPr>
              <a:t>.</a:t>
            </a:r>
            <a:endParaRPr lang="en-US" sz="950" dirty="0"/>
          </a:p>
        </p:txBody>
      </p:sp>
      <p:sp>
        <p:nvSpPr>
          <p:cNvPr id="44" name="Shape 39"/>
          <p:cNvSpPr/>
          <p:nvPr/>
        </p:nvSpPr>
        <p:spPr>
          <a:xfrm>
            <a:off x="8189768" y="1280160"/>
            <a:ext cx="3576218" cy="4983480"/>
          </a:xfrm>
          <a:prstGeom prst="roundRect">
            <a:avLst>
              <a:gd name="adj" fmla="val 2046"/>
            </a:avLst>
          </a:prstGeom>
          <a:solidFill>
            <a:srgbClr val="F7FAFB"/>
          </a:solidFill>
          <a:ln w="12700">
            <a:solidFill>
              <a:srgbClr val="DCE4E6"/>
            </a:solidFill>
            <a:prstDash val="solid"/>
          </a:ln>
          <a:effectLst>
            <a:outerShdw blurRad="76200" dist="25400" dir="5400000" algn="bl" rotWithShape="0">
              <a:srgbClr val="8A99A8">
                <a:alpha val="22000"/>
              </a:srgbClr>
            </a:outerShdw>
          </a:effectLst>
        </p:spPr>
      </p:sp>
      <p:sp>
        <p:nvSpPr>
          <p:cNvPr id="45" name="Shape 40"/>
          <p:cNvSpPr/>
          <p:nvPr/>
        </p:nvSpPr>
        <p:spPr>
          <a:xfrm>
            <a:off x="8386877" y="1508760"/>
            <a:ext cx="566928" cy="566928"/>
          </a:xfrm>
          <a:prstGeom prst="ellipse">
            <a:avLst/>
          </a:prstGeom>
          <a:solidFill>
            <a:srgbClr val="0B7285"/>
          </a:solidFill>
          <a:ln/>
        </p:spPr>
      </p:sp>
      <p:pic>
        <p:nvPicPr>
          <p:cNvPr id="46" name="Image 3" descr="/home/claude/ameerpet/icons/suitcase.png"/>
          <p:cNvPicPr>
            <a:picLocks noChangeAspect="1"/>
          </p:cNvPicPr>
          <p:nvPr/>
        </p:nvPicPr>
        <p:blipFill>
          <a:blip r:embed="rId6"/>
          <a:stretch>
            <a:fillRect/>
          </a:stretch>
        </p:blipFill>
        <p:spPr>
          <a:xfrm>
            <a:off x="8460577" y="1582461"/>
            <a:ext cx="419527" cy="419527"/>
          </a:xfrm>
          <a:prstGeom prst="rect">
            <a:avLst/>
          </a:prstGeom>
        </p:spPr>
      </p:pic>
      <p:sp>
        <p:nvSpPr>
          <p:cNvPr id="47" name="Text 41"/>
          <p:cNvSpPr/>
          <p:nvPr/>
        </p:nvSpPr>
        <p:spPr>
          <a:xfrm>
            <a:off x="9072677" y="1499616"/>
            <a:ext cx="2478938" cy="292608"/>
          </a:xfrm>
          <a:prstGeom prst="rect">
            <a:avLst/>
          </a:prstGeom>
          <a:noFill/>
          <a:ln/>
        </p:spPr>
        <p:txBody>
          <a:bodyPr wrap="square" lIns="0" tIns="0" rIns="0" bIns="0"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SURESH RAO</a:t>
            </a:r>
            <a:endParaRPr lang="en-US" sz="1450" dirty="0"/>
          </a:p>
        </p:txBody>
      </p:sp>
      <p:sp>
        <p:nvSpPr>
          <p:cNvPr id="48" name="Text 42"/>
          <p:cNvSpPr/>
          <p:nvPr/>
        </p:nvSpPr>
        <p:spPr>
          <a:xfrm>
            <a:off x="9072677" y="1783080"/>
            <a:ext cx="2478938" cy="228600"/>
          </a:xfrm>
          <a:prstGeom prst="rect">
            <a:avLst/>
          </a:prstGeom>
          <a:noFill/>
          <a:ln/>
        </p:spPr>
        <p:txBody>
          <a:bodyPr wrap="square" lIns="0" tIns="0" rIns="0" bIns="0" rtlCol="0" anchor="ctr"/>
          <a:lstStyle/>
          <a:p>
            <a:pPr marL="0" indent="0">
              <a:buNone/>
            </a:pPr>
            <a:r>
              <a:rPr lang="en-US" sz="1000" dirty="0">
                <a:latin typeface="Calibri" pitchFamily="34" charset="0"/>
                <a:ea typeface="Calibri" pitchFamily="34" charset="-122"/>
                <a:cs typeface="Calibri" pitchFamily="34" charset="-120"/>
              </a:rPr>
              <a:t>Age 45</a:t>
            </a:r>
            <a:endParaRPr lang="en-US" sz="1000" dirty="0"/>
          </a:p>
        </p:txBody>
      </p:sp>
      <p:sp>
        <p:nvSpPr>
          <p:cNvPr id="49" name="Shape 43"/>
          <p:cNvSpPr/>
          <p:nvPr/>
        </p:nvSpPr>
        <p:spPr>
          <a:xfrm>
            <a:off x="8386877" y="2194560"/>
            <a:ext cx="3119018" cy="0"/>
          </a:xfrm>
          <a:prstGeom prst="line">
            <a:avLst/>
          </a:prstGeom>
          <a:noFill/>
          <a:ln w="12700">
            <a:solidFill>
              <a:srgbClr val="DCE4E6"/>
            </a:solidFill>
            <a:prstDash val="solid"/>
          </a:ln>
        </p:spPr>
      </p:sp>
      <p:sp>
        <p:nvSpPr>
          <p:cNvPr id="50" name="Text 44"/>
          <p:cNvSpPr/>
          <p:nvPr/>
        </p:nvSpPr>
        <p:spPr>
          <a:xfrm>
            <a:off x="8386877" y="2304288"/>
            <a:ext cx="3119018" cy="457200"/>
          </a:xfrm>
          <a:prstGeom prst="rect">
            <a:avLst/>
          </a:prstGeom>
          <a:noFill/>
          <a:ln/>
        </p:spPr>
        <p:txBody>
          <a:bodyPr wrap="square" lIns="0" tIns="0" rIns="0" bIns="0" rtlCol="0" anchor="t"/>
          <a:lstStyle/>
          <a:p>
            <a:pPr marL="0" indent="0">
              <a:lnSpc>
                <a:spcPct val="105000"/>
              </a:lnSpc>
              <a:buNone/>
            </a:pPr>
            <a:r>
              <a:rPr lang="en-US" sz="1200" b="1" dirty="0">
                <a:solidFill>
                  <a:srgbClr val="085A68"/>
                </a:solidFill>
                <a:latin typeface="Calibri" pitchFamily="34" charset="0"/>
                <a:ea typeface="Calibri" pitchFamily="34" charset="-122"/>
                <a:cs typeface="Calibri" pitchFamily="34" charset="-120"/>
              </a:rPr>
              <a:t>OCCUPATION: </a:t>
            </a:r>
            <a:r>
              <a:rPr lang="en-US" sz="1200" dirty="0">
                <a:solidFill>
                  <a:srgbClr val="495057"/>
                </a:solidFill>
                <a:latin typeface="Calibri" pitchFamily="34" charset="0"/>
                <a:ea typeface="Calibri" pitchFamily="34" charset="-122"/>
                <a:cs typeface="Calibri" pitchFamily="34" charset="-120"/>
              </a:rPr>
              <a:t>Sales Executive</a:t>
            </a:r>
            <a:endParaRPr lang="en-US" sz="1200" dirty="0"/>
          </a:p>
        </p:txBody>
      </p:sp>
      <p:sp>
        <p:nvSpPr>
          <p:cNvPr id="51" name="Text 45"/>
          <p:cNvSpPr/>
          <p:nvPr/>
        </p:nvSpPr>
        <p:spPr>
          <a:xfrm>
            <a:off x="8386877" y="2688336"/>
            <a:ext cx="3119018" cy="457200"/>
          </a:xfrm>
          <a:prstGeom prst="rect">
            <a:avLst/>
          </a:prstGeom>
          <a:noFill/>
          <a:ln/>
        </p:spPr>
        <p:txBody>
          <a:bodyPr wrap="square" lIns="0" tIns="0" rIns="0" bIns="0" rtlCol="0" anchor="t"/>
          <a:lstStyle/>
          <a:p>
            <a:pPr marL="0" indent="0">
              <a:lnSpc>
                <a:spcPct val="105000"/>
              </a:lnSpc>
              <a:buNone/>
            </a:pPr>
            <a:r>
              <a:rPr lang="en-US" sz="1200" b="1" dirty="0">
                <a:solidFill>
                  <a:srgbClr val="085A68"/>
                </a:solidFill>
                <a:latin typeface="Calibri" pitchFamily="34" charset="0"/>
                <a:ea typeface="Calibri" pitchFamily="34" charset="-122"/>
                <a:cs typeface="Calibri" pitchFamily="34" charset="-120"/>
              </a:rPr>
              <a:t>USER TYPE: </a:t>
            </a:r>
            <a:r>
              <a:rPr lang="en-US" sz="1200" dirty="0">
                <a:solidFill>
                  <a:srgbClr val="495057"/>
                </a:solidFill>
                <a:latin typeface="Calibri" pitchFamily="34" charset="0"/>
                <a:ea typeface="Calibri" pitchFamily="34" charset="-122"/>
                <a:cs typeface="Calibri" pitchFamily="34" charset="-120"/>
              </a:rPr>
              <a:t>Occasional metro traveler</a:t>
            </a:r>
            <a:endParaRPr lang="en-US" sz="1200" dirty="0"/>
          </a:p>
        </p:txBody>
      </p:sp>
      <p:sp>
        <p:nvSpPr>
          <p:cNvPr id="52" name="Text 46"/>
          <p:cNvSpPr/>
          <p:nvPr/>
        </p:nvSpPr>
        <p:spPr>
          <a:xfrm>
            <a:off x="8386877" y="3072384"/>
            <a:ext cx="3119018" cy="457200"/>
          </a:xfrm>
          <a:prstGeom prst="rect">
            <a:avLst/>
          </a:prstGeom>
          <a:noFill/>
          <a:ln/>
        </p:spPr>
        <p:txBody>
          <a:bodyPr wrap="square" lIns="0" tIns="0" rIns="0" bIns="0" rtlCol="0" anchor="t"/>
          <a:lstStyle/>
          <a:p>
            <a:pPr marL="0" indent="0">
              <a:lnSpc>
                <a:spcPct val="105000"/>
              </a:lnSpc>
              <a:buNone/>
            </a:pPr>
            <a:r>
              <a:rPr lang="en-US" sz="1200" dirty="0">
                <a:solidFill>
                  <a:srgbClr val="495057"/>
                </a:solidFill>
                <a:latin typeface="Calibri" pitchFamily="34" charset="0"/>
                <a:ea typeface="Calibri" pitchFamily="34" charset="-122"/>
                <a:cs typeface="Calibri" pitchFamily="34" charset="-120"/>
              </a:rPr>
              <a:t>Tech Comfort: Moderate</a:t>
            </a:r>
            <a:endParaRPr lang="en-US" sz="1200" dirty="0"/>
          </a:p>
        </p:txBody>
      </p:sp>
      <p:sp>
        <p:nvSpPr>
          <p:cNvPr id="53" name="Text 47"/>
          <p:cNvSpPr/>
          <p:nvPr/>
        </p:nvSpPr>
        <p:spPr>
          <a:xfrm>
            <a:off x="8386877" y="3364992"/>
            <a:ext cx="3119018" cy="457200"/>
          </a:xfrm>
          <a:prstGeom prst="rect">
            <a:avLst/>
          </a:prstGeom>
          <a:noFill/>
          <a:ln/>
        </p:spPr>
        <p:txBody>
          <a:bodyPr wrap="square" lIns="0" tIns="0" rIns="0" bIns="0" rtlCol="0" anchor="t"/>
          <a:lstStyle/>
          <a:p>
            <a:pPr marL="0" indent="0">
              <a:lnSpc>
                <a:spcPct val="105000"/>
              </a:lnSpc>
              <a:buNone/>
            </a:pPr>
            <a:r>
              <a:rPr lang="en-US" sz="1200" b="1" dirty="0">
                <a:solidFill>
                  <a:srgbClr val="085A68"/>
                </a:solidFill>
                <a:latin typeface="Calibri" pitchFamily="34" charset="0"/>
                <a:ea typeface="Calibri" pitchFamily="34" charset="-122"/>
                <a:cs typeface="Calibri" pitchFamily="34" charset="-120"/>
              </a:rPr>
              <a:t>TRAVEL PURPOSE: </a:t>
            </a:r>
            <a:r>
              <a:rPr lang="en-US" sz="1200" dirty="0">
                <a:solidFill>
                  <a:srgbClr val="495057"/>
                </a:solidFill>
                <a:latin typeface="Calibri" pitchFamily="34" charset="0"/>
                <a:ea typeface="Calibri" pitchFamily="34" charset="-122"/>
                <a:cs typeface="Calibri" pitchFamily="34" charset="-120"/>
              </a:rPr>
              <a:t>Frequently travels with a suitcase / laptop bag</a:t>
            </a:r>
            <a:endParaRPr lang="en-US" sz="1200" dirty="0"/>
          </a:p>
        </p:txBody>
      </p:sp>
      <p:sp>
        <p:nvSpPr>
          <p:cNvPr id="54" name="Shape 48"/>
          <p:cNvSpPr/>
          <p:nvPr/>
        </p:nvSpPr>
        <p:spPr>
          <a:xfrm>
            <a:off x="8386877" y="3803904"/>
            <a:ext cx="3119018" cy="914400"/>
          </a:xfrm>
          <a:prstGeom prst="roundRect">
            <a:avLst>
              <a:gd name="adj" fmla="val 5000"/>
            </a:avLst>
          </a:prstGeom>
          <a:solidFill>
            <a:srgbClr val="E9F4F5"/>
          </a:solidFill>
          <a:ln/>
        </p:spPr>
      </p:sp>
      <p:sp>
        <p:nvSpPr>
          <p:cNvPr id="55" name="Text 49"/>
          <p:cNvSpPr/>
          <p:nvPr/>
        </p:nvSpPr>
        <p:spPr>
          <a:xfrm>
            <a:off x="8505749" y="3858768"/>
            <a:ext cx="2881274" cy="201168"/>
          </a:xfrm>
          <a:prstGeom prst="rect">
            <a:avLst/>
          </a:prstGeom>
          <a:noFill/>
          <a:ln/>
        </p:spPr>
        <p:txBody>
          <a:bodyPr wrap="square" lIns="0" tIns="0" rIns="0" bIns="0" rtlCol="0" anchor="ctr"/>
          <a:lstStyle/>
          <a:p>
            <a:pPr marL="0" indent="0">
              <a:buNone/>
            </a:pPr>
            <a:r>
              <a:rPr lang="en-US" sz="1200" b="1" kern="0" spc="100" dirty="0">
                <a:solidFill>
                  <a:srgbClr val="085A68"/>
                </a:solidFill>
                <a:latin typeface="Calibri" pitchFamily="34" charset="0"/>
                <a:ea typeface="Calibri" pitchFamily="34" charset="-122"/>
                <a:cs typeface="Calibri" pitchFamily="34" charset="-120"/>
              </a:rPr>
              <a:t>GOAL</a:t>
            </a:r>
            <a:endParaRPr lang="en-US" sz="1200" dirty="0"/>
          </a:p>
        </p:txBody>
      </p:sp>
      <p:sp>
        <p:nvSpPr>
          <p:cNvPr id="56" name="Text 50"/>
          <p:cNvSpPr/>
          <p:nvPr/>
        </p:nvSpPr>
        <p:spPr>
          <a:xfrm>
            <a:off x="8505749" y="4050792"/>
            <a:ext cx="2881274" cy="612648"/>
          </a:xfrm>
          <a:prstGeom prst="rect">
            <a:avLst/>
          </a:prstGeom>
          <a:noFill/>
          <a:ln/>
        </p:spPr>
        <p:txBody>
          <a:bodyPr wrap="square" lIns="0" tIns="0" rIns="0" bIns="0" rtlCol="0" anchor="t"/>
          <a:lstStyle/>
          <a:p>
            <a:pPr marL="0" indent="0">
              <a:lnSpc>
                <a:spcPct val="105000"/>
              </a:lnSpc>
              <a:buNone/>
            </a:pPr>
            <a:r>
              <a:rPr lang="en-US" sz="1200" dirty="0">
                <a:solidFill>
                  <a:srgbClr val="495057"/>
                </a:solidFill>
                <a:latin typeface="Calibri" pitchFamily="34" charset="0"/>
                <a:ea typeface="Calibri" pitchFamily="34" charset="-122"/>
                <a:cs typeface="Calibri" pitchFamily="34" charset="-120"/>
              </a:rPr>
              <a:t>Find the shortest accessible route with minimum walking and easily locate lifts/escalators</a:t>
            </a:r>
            <a:r>
              <a:rPr lang="en-US" sz="950" dirty="0">
                <a:solidFill>
                  <a:srgbClr val="495057"/>
                </a:solidFill>
                <a:latin typeface="Calibri" pitchFamily="34" charset="0"/>
                <a:ea typeface="Calibri" pitchFamily="34" charset="-122"/>
                <a:cs typeface="Calibri" pitchFamily="34" charset="-120"/>
              </a:rPr>
              <a:t>.</a:t>
            </a:r>
            <a:endParaRPr lang="en-US" sz="950" dirty="0"/>
          </a:p>
        </p:txBody>
      </p:sp>
      <p:sp>
        <p:nvSpPr>
          <p:cNvPr id="57" name="Shape 51"/>
          <p:cNvSpPr/>
          <p:nvPr/>
        </p:nvSpPr>
        <p:spPr>
          <a:xfrm>
            <a:off x="8386877" y="4809744"/>
            <a:ext cx="3119018" cy="960120"/>
          </a:xfrm>
          <a:prstGeom prst="roundRect">
            <a:avLst>
              <a:gd name="adj" fmla="val 4762"/>
            </a:avLst>
          </a:prstGeom>
          <a:solidFill>
            <a:srgbClr val="FDEEE6"/>
          </a:solidFill>
          <a:ln/>
        </p:spPr>
      </p:sp>
      <p:sp>
        <p:nvSpPr>
          <p:cNvPr id="58" name="Text 52"/>
          <p:cNvSpPr/>
          <p:nvPr/>
        </p:nvSpPr>
        <p:spPr>
          <a:xfrm>
            <a:off x="8505749" y="4864608"/>
            <a:ext cx="2881274" cy="201168"/>
          </a:xfrm>
          <a:prstGeom prst="rect">
            <a:avLst/>
          </a:prstGeom>
          <a:noFill/>
          <a:ln/>
        </p:spPr>
        <p:txBody>
          <a:bodyPr wrap="square" lIns="0" tIns="0" rIns="0" bIns="0" rtlCol="0" anchor="ctr"/>
          <a:lstStyle/>
          <a:p>
            <a:pPr marL="0" indent="0">
              <a:buNone/>
            </a:pPr>
            <a:r>
              <a:rPr lang="en-US" sz="1200" b="1" kern="0" spc="100" dirty="0">
                <a:solidFill>
                  <a:srgbClr val="E8590C"/>
                </a:solidFill>
                <a:latin typeface="Calibri" pitchFamily="34" charset="0"/>
                <a:ea typeface="Calibri" pitchFamily="34" charset="-122"/>
                <a:cs typeface="Calibri" pitchFamily="34" charset="-120"/>
              </a:rPr>
              <a:t>PAIN POINT</a:t>
            </a:r>
            <a:endParaRPr lang="en-US" sz="1200" dirty="0"/>
          </a:p>
        </p:txBody>
      </p:sp>
      <p:sp>
        <p:nvSpPr>
          <p:cNvPr id="59" name="Text 53"/>
          <p:cNvSpPr/>
          <p:nvPr/>
        </p:nvSpPr>
        <p:spPr>
          <a:xfrm>
            <a:off x="8505749" y="5056632"/>
            <a:ext cx="2881274" cy="658368"/>
          </a:xfrm>
          <a:prstGeom prst="rect">
            <a:avLst/>
          </a:prstGeom>
          <a:noFill/>
          <a:ln/>
        </p:spPr>
        <p:txBody>
          <a:bodyPr wrap="square" lIns="0" tIns="0" rIns="0" bIns="0" rtlCol="0" anchor="t"/>
          <a:lstStyle/>
          <a:p>
            <a:pPr marL="0" indent="0">
              <a:lnSpc>
                <a:spcPct val="105000"/>
              </a:lnSpc>
              <a:buNone/>
            </a:pPr>
            <a:r>
              <a:rPr lang="en-US" sz="1200" dirty="0">
                <a:solidFill>
                  <a:srgbClr val="495057"/>
                </a:solidFill>
                <a:latin typeface="Calibri" pitchFamily="34" charset="0"/>
                <a:ea typeface="Calibri" pitchFamily="34" charset="-122"/>
                <a:cs typeface="Calibri" pitchFamily="34" charset="-120"/>
              </a:rPr>
              <a:t>Moving with luggage through crowds, long interchange walks, hard-to-find lifts, stairs and wrong turns.</a:t>
            </a:r>
            <a:endParaRPr lang="en-US" sz="1200" dirty="0"/>
          </a:p>
        </p:txBody>
      </p:sp>
      <p:sp>
        <p:nvSpPr>
          <p:cNvPr id="60" name="Shape 54"/>
          <p:cNvSpPr/>
          <p:nvPr/>
        </p:nvSpPr>
        <p:spPr>
          <a:xfrm>
            <a:off x="8386877" y="5861304"/>
            <a:ext cx="3119018" cy="621792"/>
          </a:xfrm>
          <a:prstGeom prst="roundRect">
            <a:avLst>
              <a:gd name="adj" fmla="val 7353"/>
            </a:avLst>
          </a:prstGeom>
          <a:solidFill>
            <a:srgbClr val="E6F7F1"/>
          </a:solidFill>
          <a:ln/>
        </p:spPr>
      </p:sp>
      <p:sp>
        <p:nvSpPr>
          <p:cNvPr id="61" name="Text 55"/>
          <p:cNvSpPr/>
          <p:nvPr/>
        </p:nvSpPr>
        <p:spPr>
          <a:xfrm>
            <a:off x="8505749" y="5916168"/>
            <a:ext cx="2881274" cy="201168"/>
          </a:xfrm>
          <a:prstGeom prst="rect">
            <a:avLst/>
          </a:prstGeom>
          <a:noFill/>
          <a:ln/>
        </p:spPr>
        <p:txBody>
          <a:bodyPr wrap="square" lIns="0" tIns="0" rIns="0" bIns="0" rtlCol="0" anchor="ctr"/>
          <a:lstStyle/>
          <a:p>
            <a:pPr marL="0" indent="0">
              <a:buNone/>
            </a:pPr>
            <a:r>
              <a:rPr lang="en-US" sz="1200" b="1" kern="0" spc="100" dirty="0">
                <a:solidFill>
                  <a:srgbClr val="0CA678"/>
                </a:solidFill>
                <a:latin typeface="Calibri" pitchFamily="34" charset="0"/>
                <a:ea typeface="Calibri" pitchFamily="34" charset="-122"/>
                <a:cs typeface="Calibri" pitchFamily="34" charset="-120"/>
              </a:rPr>
              <a:t>PRIMARY NEED</a:t>
            </a:r>
            <a:endParaRPr lang="en-US" sz="1200" dirty="0"/>
          </a:p>
        </p:txBody>
      </p:sp>
      <p:sp>
        <p:nvSpPr>
          <p:cNvPr id="62" name="Text 56"/>
          <p:cNvSpPr/>
          <p:nvPr/>
        </p:nvSpPr>
        <p:spPr>
          <a:xfrm>
            <a:off x="8505749" y="6108192"/>
            <a:ext cx="2881274" cy="320040"/>
          </a:xfrm>
          <a:prstGeom prst="rect">
            <a:avLst/>
          </a:prstGeom>
          <a:noFill/>
          <a:ln/>
        </p:spPr>
        <p:txBody>
          <a:bodyPr wrap="square" lIns="0" tIns="0" rIns="0" bIns="0" rtlCol="0" anchor="t"/>
          <a:lstStyle/>
          <a:p>
            <a:pPr marL="0" indent="0">
              <a:lnSpc>
                <a:spcPct val="105000"/>
              </a:lnSpc>
              <a:buNone/>
            </a:pPr>
            <a:r>
              <a:rPr lang="en-US" sz="1200" dirty="0">
                <a:solidFill>
                  <a:srgbClr val="495057"/>
                </a:solidFill>
                <a:latin typeface="Calibri" pitchFamily="34" charset="0"/>
                <a:ea typeface="Calibri" pitchFamily="34" charset="-122"/>
                <a:cs typeface="Calibri" pitchFamily="34" charset="-120"/>
              </a:rPr>
              <a:t>Accessible, convenient and low-effort navigation</a:t>
            </a:r>
            <a:r>
              <a:rPr lang="en-US" sz="950" dirty="0">
                <a:solidFill>
                  <a:srgbClr val="495057"/>
                </a:solidFill>
                <a:latin typeface="Calibri" pitchFamily="34" charset="0"/>
                <a:ea typeface="Calibri" pitchFamily="34" charset="-122"/>
                <a:cs typeface="Calibri" pitchFamily="34" charset="-120"/>
              </a:rPr>
              <a:t>.</a:t>
            </a:r>
            <a:endParaRPr lang="en-US" sz="950" dirty="0"/>
          </a:p>
        </p:txBody>
      </p:sp>
      <p:sp>
        <p:nvSpPr>
          <p:cNvPr id="63" name="Text 57"/>
          <p:cNvSpPr/>
          <p:nvPr/>
        </p:nvSpPr>
        <p:spPr>
          <a:xfrm>
            <a:off x="457200" y="6565392"/>
            <a:ext cx="8229600" cy="256032"/>
          </a:xfrm>
          <a:prstGeom prst="rect">
            <a:avLst/>
          </a:prstGeom>
          <a:noFill/>
          <a:ln/>
        </p:spPr>
        <p:txBody>
          <a:bodyPr wrap="square" lIns="0" tIns="0" rIns="0" bIns="0" rtlCol="0" anchor="ctr"/>
          <a:lstStyle/>
          <a:p>
            <a:pPr marL="0" indent="0">
              <a:buNone/>
            </a:pPr>
            <a:r>
              <a:rPr lang="en-US" sz="900" dirty="0">
                <a:solidFill>
                  <a:srgbClr val="868E96"/>
                </a:solidFill>
                <a:latin typeface="Calibri" pitchFamily="34" charset="0"/>
                <a:ea typeface="Calibri" pitchFamily="34" charset="-122"/>
                <a:cs typeface="Calibri" pitchFamily="34" charset="-120"/>
              </a:rPr>
              <a:t>Personas represent design-research assumptions for empathy-building — not findings from conducted interviews.</a:t>
            </a:r>
            <a:endParaRPr lang="en-US" sz="900" dirty="0"/>
          </a:p>
        </p:txBody>
      </p:sp>
      <p:sp>
        <p:nvSpPr>
          <p:cNvPr id="64" name="Text 58"/>
          <p:cNvSpPr/>
          <p:nvPr/>
        </p:nvSpPr>
        <p:spPr>
          <a:xfrm>
            <a:off x="11521440" y="6565392"/>
            <a:ext cx="274320" cy="256032"/>
          </a:xfrm>
          <a:prstGeom prst="rect">
            <a:avLst/>
          </a:prstGeom>
          <a:noFill/>
          <a:ln/>
        </p:spPr>
        <p:txBody>
          <a:bodyPr wrap="square" lIns="0" tIns="0" rIns="0" bIns="0" rtlCol="0" anchor="ctr"/>
          <a:lstStyle/>
          <a:p>
            <a:pPr marL="0" indent="0" algn="r">
              <a:buNone/>
            </a:pPr>
            <a:r>
              <a:rPr lang="en-US" sz="900" dirty="0">
                <a:solidFill>
                  <a:srgbClr val="868E96"/>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1C454-CF5E-BEF9-0CD0-42DD96D8483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4FF083F-F780-5592-9C8D-82EC87C049D8}"/>
              </a:ext>
            </a:extLst>
          </p:cNvPr>
          <p:cNvSpPr/>
          <p:nvPr/>
        </p:nvSpPr>
        <p:spPr>
          <a:xfrm>
            <a:off x="449179" y="292608"/>
            <a:ext cx="9601200" cy="502920"/>
          </a:xfrm>
          <a:prstGeom prst="rect">
            <a:avLst/>
          </a:prstGeom>
          <a:noFill/>
          <a:ln/>
        </p:spPr>
        <p:txBody>
          <a:bodyPr wrap="square" lIns="0" tIns="0" rIns="0" bIns="0" rtlCol="0" anchor="ctr"/>
          <a:lstStyle/>
          <a:p>
            <a:pPr marL="0" indent="0" algn="l">
              <a:buNone/>
            </a:pPr>
            <a:r>
              <a:rPr lang="en-US" sz="3000" b="1" dirty="0">
                <a:solidFill>
                  <a:srgbClr val="1E2761"/>
                </a:solidFill>
                <a:latin typeface="Calibri" pitchFamily="34" charset="0"/>
                <a:ea typeface="Calibri" pitchFamily="34" charset="-122"/>
                <a:cs typeface="Calibri" pitchFamily="34" charset="-120"/>
              </a:rPr>
              <a:t>EMPATHY MAPPING-Persona 1</a:t>
            </a:r>
            <a:endParaRPr lang="en-US" sz="3000" dirty="0"/>
          </a:p>
        </p:txBody>
      </p:sp>
      <p:sp>
        <p:nvSpPr>
          <p:cNvPr id="3" name="Text 1">
            <a:extLst>
              <a:ext uri="{FF2B5EF4-FFF2-40B4-BE49-F238E27FC236}">
                <a16:creationId xmlns:a16="http://schemas.microsoft.com/office/drawing/2014/main" id="{B376001B-B356-72E3-F731-6AD43C89EDAE}"/>
              </a:ext>
            </a:extLst>
          </p:cNvPr>
          <p:cNvSpPr/>
          <p:nvPr/>
        </p:nvSpPr>
        <p:spPr>
          <a:xfrm>
            <a:off x="457200" y="777240"/>
            <a:ext cx="9875520" cy="365760"/>
          </a:xfrm>
          <a:prstGeom prst="rect">
            <a:avLst/>
          </a:prstGeom>
          <a:noFill/>
          <a:ln/>
        </p:spPr>
        <p:txBody>
          <a:bodyPr wrap="square" lIns="0" tIns="0" rIns="0" bIns="0" rtlCol="0" anchor="ctr"/>
          <a:lstStyle/>
          <a:p>
            <a:pPr marL="0" indent="0" algn="l">
              <a:buNone/>
            </a:pPr>
            <a:r>
              <a:rPr lang="en-US" sz="1500" i="1" dirty="0">
                <a:solidFill>
                  <a:srgbClr val="085A68"/>
                </a:solidFill>
                <a:latin typeface="Calibri" pitchFamily="34" charset="0"/>
                <a:ea typeface="Calibri" pitchFamily="34" charset="-122"/>
                <a:cs typeface="Calibri" pitchFamily="34" charset="-120"/>
              </a:rPr>
              <a:t>What Our Users Say, Think, Do &amp; Feel</a:t>
            </a:r>
            <a:endParaRPr lang="en-US" sz="1500" dirty="0"/>
          </a:p>
        </p:txBody>
      </p:sp>
      <p:sp>
        <p:nvSpPr>
          <p:cNvPr id="4" name="Shape 2">
            <a:extLst>
              <a:ext uri="{FF2B5EF4-FFF2-40B4-BE49-F238E27FC236}">
                <a16:creationId xmlns:a16="http://schemas.microsoft.com/office/drawing/2014/main" id="{B5500E5B-40AC-2933-ACD9-6AEF0FACCF96}"/>
              </a:ext>
            </a:extLst>
          </p:cNvPr>
          <p:cNvSpPr/>
          <p:nvPr/>
        </p:nvSpPr>
        <p:spPr>
          <a:xfrm>
            <a:off x="11109960" y="320040"/>
            <a:ext cx="621792" cy="621792"/>
          </a:xfrm>
          <a:prstGeom prst="ellipse">
            <a:avLst/>
          </a:prstGeom>
          <a:solidFill>
            <a:srgbClr val="0B7285"/>
          </a:solidFill>
          <a:ln/>
        </p:spPr>
      </p:sp>
      <p:pic>
        <p:nvPicPr>
          <p:cNvPr id="5" name="Image 0" descr="/home/claude/ameerpet/icons/think.png">
            <a:extLst>
              <a:ext uri="{FF2B5EF4-FFF2-40B4-BE49-F238E27FC236}">
                <a16:creationId xmlns:a16="http://schemas.microsoft.com/office/drawing/2014/main" id="{02302CD2-1890-C6C4-4909-824AD16AEC3B}"/>
              </a:ext>
            </a:extLst>
          </p:cNvPr>
          <p:cNvPicPr>
            <a:picLocks noChangeAspect="1"/>
          </p:cNvPicPr>
          <p:nvPr/>
        </p:nvPicPr>
        <p:blipFill>
          <a:blip r:embed="rId3"/>
          <a:stretch>
            <a:fillRect/>
          </a:stretch>
        </p:blipFill>
        <p:spPr>
          <a:xfrm>
            <a:off x="11190793" y="400873"/>
            <a:ext cx="460126" cy="460126"/>
          </a:xfrm>
          <a:prstGeom prst="rect">
            <a:avLst/>
          </a:prstGeom>
        </p:spPr>
      </p:pic>
      <p:sp>
        <p:nvSpPr>
          <p:cNvPr id="6" name="Shape 3">
            <a:extLst>
              <a:ext uri="{FF2B5EF4-FFF2-40B4-BE49-F238E27FC236}">
                <a16:creationId xmlns:a16="http://schemas.microsoft.com/office/drawing/2014/main" id="{05F64DDF-19E0-15C7-24AB-D399BE938EB4}"/>
              </a:ext>
            </a:extLst>
          </p:cNvPr>
          <p:cNvSpPr/>
          <p:nvPr/>
        </p:nvSpPr>
        <p:spPr>
          <a:xfrm>
            <a:off x="457200" y="1234440"/>
            <a:ext cx="5545836" cy="2286000"/>
          </a:xfrm>
          <a:prstGeom prst="roundRect">
            <a:avLst>
              <a:gd name="adj" fmla="val 3200"/>
            </a:avLst>
          </a:prstGeom>
          <a:solidFill>
            <a:srgbClr val="E9F4F5"/>
          </a:solidFill>
          <a:ln w="12700">
            <a:solidFill>
              <a:srgbClr val="E9F4F5"/>
            </a:solidFill>
            <a:prstDash val="solid"/>
          </a:ln>
          <a:effectLst>
            <a:outerShdw blurRad="76200" dist="25400" dir="5400000" algn="bl" rotWithShape="0">
              <a:srgbClr val="8A99A8">
                <a:alpha val="22000"/>
              </a:srgbClr>
            </a:outerShdw>
          </a:effectLst>
        </p:spPr>
      </p:sp>
      <p:sp>
        <p:nvSpPr>
          <p:cNvPr id="7" name="Shape 4">
            <a:extLst>
              <a:ext uri="{FF2B5EF4-FFF2-40B4-BE49-F238E27FC236}">
                <a16:creationId xmlns:a16="http://schemas.microsoft.com/office/drawing/2014/main" id="{51E99BF9-519D-7572-D8D4-115415F7D38D}"/>
              </a:ext>
            </a:extLst>
          </p:cNvPr>
          <p:cNvSpPr/>
          <p:nvPr/>
        </p:nvSpPr>
        <p:spPr>
          <a:xfrm>
            <a:off x="640080" y="1417320"/>
            <a:ext cx="420624" cy="420624"/>
          </a:xfrm>
          <a:prstGeom prst="ellipse">
            <a:avLst/>
          </a:prstGeom>
          <a:solidFill>
            <a:srgbClr val="0B7285"/>
          </a:solidFill>
          <a:ln/>
        </p:spPr>
      </p:sp>
      <p:pic>
        <p:nvPicPr>
          <p:cNvPr id="8" name="Image 1" descr="/home/claude/ameerpet/icons/say.png">
            <a:extLst>
              <a:ext uri="{FF2B5EF4-FFF2-40B4-BE49-F238E27FC236}">
                <a16:creationId xmlns:a16="http://schemas.microsoft.com/office/drawing/2014/main" id="{4E5191A9-B614-BF0F-5A23-513537DC3271}"/>
              </a:ext>
            </a:extLst>
          </p:cNvPr>
          <p:cNvPicPr>
            <a:picLocks noChangeAspect="1"/>
          </p:cNvPicPr>
          <p:nvPr/>
        </p:nvPicPr>
        <p:blipFill>
          <a:blip r:embed="rId4"/>
          <a:stretch>
            <a:fillRect/>
          </a:stretch>
        </p:blipFill>
        <p:spPr>
          <a:xfrm>
            <a:off x="694761" y="1472001"/>
            <a:ext cx="311262" cy="311262"/>
          </a:xfrm>
          <a:prstGeom prst="rect">
            <a:avLst/>
          </a:prstGeom>
        </p:spPr>
      </p:pic>
      <p:sp>
        <p:nvSpPr>
          <p:cNvPr id="9" name="Text 5">
            <a:extLst>
              <a:ext uri="{FF2B5EF4-FFF2-40B4-BE49-F238E27FC236}">
                <a16:creationId xmlns:a16="http://schemas.microsoft.com/office/drawing/2014/main" id="{90DA5C0F-8D5D-FB82-E625-F759D64BDFAD}"/>
              </a:ext>
            </a:extLst>
          </p:cNvPr>
          <p:cNvSpPr/>
          <p:nvPr/>
        </p:nvSpPr>
        <p:spPr>
          <a:xfrm>
            <a:off x="1170432" y="1417320"/>
            <a:ext cx="4631436" cy="420624"/>
          </a:xfrm>
          <a:prstGeom prst="rect">
            <a:avLst/>
          </a:prstGeom>
          <a:noFill/>
          <a:ln/>
        </p:spPr>
        <p:txBody>
          <a:bodyPr wrap="square" lIns="0" tIns="0" rIns="0" bIns="0" rtlCol="0" anchor="ctr"/>
          <a:lstStyle/>
          <a:p>
            <a:pPr marL="0" indent="0">
              <a:buNone/>
            </a:pPr>
            <a:r>
              <a:rPr lang="en-US" sz="1600" b="1" kern="0" spc="100" dirty="0">
                <a:solidFill>
                  <a:srgbClr val="0B7285"/>
                </a:solidFill>
                <a:latin typeface="Calibri" pitchFamily="34" charset="0"/>
                <a:ea typeface="Calibri" pitchFamily="34" charset="-122"/>
                <a:cs typeface="Calibri" pitchFamily="34" charset="-120"/>
              </a:rPr>
              <a:t>SAYS</a:t>
            </a:r>
            <a:endParaRPr lang="en-US" sz="1600" dirty="0"/>
          </a:p>
        </p:txBody>
      </p:sp>
      <p:sp>
        <p:nvSpPr>
          <p:cNvPr id="10" name="Text 6">
            <a:extLst>
              <a:ext uri="{FF2B5EF4-FFF2-40B4-BE49-F238E27FC236}">
                <a16:creationId xmlns:a16="http://schemas.microsoft.com/office/drawing/2014/main" id="{2DE73D54-042A-62CA-32A8-4289CA3F7C06}"/>
              </a:ext>
            </a:extLst>
          </p:cNvPr>
          <p:cNvSpPr/>
          <p:nvPr/>
        </p:nvSpPr>
        <p:spPr>
          <a:xfrm>
            <a:off x="685800" y="1947672"/>
            <a:ext cx="5088636" cy="14630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600" dirty="0">
                <a:solidFill>
                  <a:srgbClr val="495057"/>
                </a:solidFill>
                <a:latin typeface="Calibri" pitchFamily="34" charset="0"/>
                <a:ea typeface="Calibri" pitchFamily="34" charset="-122"/>
                <a:cs typeface="Calibri" pitchFamily="34" charset="-120"/>
              </a:rPr>
              <a:t>“Which platform should I go to?”</a:t>
            </a:r>
            <a:endParaRPr lang="en-US" sz="1600" dirty="0"/>
          </a:p>
          <a:p>
            <a:pPr marL="177800" indent="-177800">
              <a:lnSpc>
                <a:spcPct val="102000"/>
              </a:lnSpc>
              <a:spcAft>
                <a:spcPts val="300"/>
              </a:spcAft>
              <a:buSzPct val="100000"/>
              <a:buChar char="•"/>
            </a:pPr>
            <a:r>
              <a:rPr lang="en-US" sz="1600" dirty="0">
                <a:solidFill>
                  <a:srgbClr val="495057"/>
                </a:solidFill>
                <a:latin typeface="Calibri" pitchFamily="34" charset="0"/>
                <a:ea typeface="Calibri" pitchFamily="34" charset="-122"/>
                <a:cs typeface="Calibri" pitchFamily="34" charset="-120"/>
              </a:rPr>
              <a:t>“Where do I change the line?”</a:t>
            </a:r>
            <a:endParaRPr lang="en-US" sz="1600" dirty="0"/>
          </a:p>
          <a:p>
            <a:pPr marL="177800" indent="-177800">
              <a:lnSpc>
                <a:spcPct val="102000"/>
              </a:lnSpc>
              <a:spcAft>
                <a:spcPts val="300"/>
              </a:spcAft>
              <a:buSzPct val="100000"/>
              <a:buChar char="•"/>
            </a:pPr>
            <a:r>
              <a:rPr lang="en-US" sz="1600" dirty="0">
                <a:solidFill>
                  <a:srgbClr val="495057"/>
                </a:solidFill>
                <a:latin typeface="Calibri" pitchFamily="34" charset="0"/>
                <a:ea typeface="Calibri" pitchFamily="34" charset="-122"/>
                <a:cs typeface="Calibri" pitchFamily="34" charset="-120"/>
              </a:rPr>
              <a:t>“Where is the lift or escalator?”</a:t>
            </a:r>
            <a:endParaRPr lang="en-US" sz="1600" dirty="0"/>
          </a:p>
          <a:p>
            <a:pPr marL="177800" indent="-177800">
              <a:lnSpc>
                <a:spcPct val="102000"/>
              </a:lnSpc>
              <a:spcAft>
                <a:spcPts val="300"/>
              </a:spcAft>
              <a:buSzPct val="100000"/>
              <a:buChar char="•"/>
            </a:pPr>
            <a:r>
              <a:rPr lang="en-US" sz="1600" dirty="0">
                <a:solidFill>
                  <a:srgbClr val="495057"/>
                </a:solidFill>
                <a:latin typeface="Calibri" pitchFamily="34" charset="0"/>
                <a:ea typeface="Calibri" pitchFamily="34" charset="-122"/>
                <a:cs typeface="Calibri" pitchFamily="34" charset="-120"/>
              </a:rPr>
              <a:t>“Is this train going towards my destination?”</a:t>
            </a:r>
            <a:endParaRPr lang="en-US" sz="1600" dirty="0"/>
          </a:p>
          <a:p>
            <a:pPr marL="177800" indent="-177800">
              <a:lnSpc>
                <a:spcPct val="102000"/>
              </a:lnSpc>
              <a:spcAft>
                <a:spcPts val="300"/>
              </a:spcAft>
              <a:buSzPct val="100000"/>
              <a:buChar char="•"/>
            </a:pPr>
            <a:r>
              <a:rPr lang="en-US" sz="1600" dirty="0">
                <a:solidFill>
                  <a:srgbClr val="495057"/>
                </a:solidFill>
                <a:latin typeface="Calibri" pitchFamily="34" charset="0"/>
                <a:ea typeface="Calibri" pitchFamily="34" charset="-122"/>
                <a:cs typeface="Calibri" pitchFamily="34" charset="-120"/>
              </a:rPr>
              <a:t>“Which exit should I take?”</a:t>
            </a:r>
            <a:endParaRPr lang="en-US" sz="1600" dirty="0"/>
          </a:p>
        </p:txBody>
      </p:sp>
      <p:sp>
        <p:nvSpPr>
          <p:cNvPr id="11" name="Shape 7">
            <a:extLst>
              <a:ext uri="{FF2B5EF4-FFF2-40B4-BE49-F238E27FC236}">
                <a16:creationId xmlns:a16="http://schemas.microsoft.com/office/drawing/2014/main" id="{7CBB8F3A-1694-0492-E60E-D10321BDC43C}"/>
              </a:ext>
            </a:extLst>
          </p:cNvPr>
          <p:cNvSpPr/>
          <p:nvPr/>
        </p:nvSpPr>
        <p:spPr>
          <a:xfrm>
            <a:off x="6185916" y="1234440"/>
            <a:ext cx="5545836" cy="2286000"/>
          </a:xfrm>
          <a:prstGeom prst="roundRect">
            <a:avLst>
              <a:gd name="adj" fmla="val 3200"/>
            </a:avLst>
          </a:prstGeom>
          <a:solidFill>
            <a:srgbClr val="EAEBF5"/>
          </a:solidFill>
          <a:ln w="12700">
            <a:solidFill>
              <a:srgbClr val="EAEBF5"/>
            </a:solidFill>
            <a:prstDash val="solid"/>
          </a:ln>
          <a:effectLst>
            <a:outerShdw blurRad="76200" dist="25400" dir="5400000" algn="bl" rotWithShape="0">
              <a:srgbClr val="8A99A8">
                <a:alpha val="22000"/>
              </a:srgbClr>
            </a:outerShdw>
          </a:effectLst>
        </p:spPr>
      </p:sp>
      <p:sp>
        <p:nvSpPr>
          <p:cNvPr id="12" name="Shape 8">
            <a:extLst>
              <a:ext uri="{FF2B5EF4-FFF2-40B4-BE49-F238E27FC236}">
                <a16:creationId xmlns:a16="http://schemas.microsoft.com/office/drawing/2014/main" id="{3061E1C7-7A03-393D-9A8E-368DE9841280}"/>
              </a:ext>
            </a:extLst>
          </p:cNvPr>
          <p:cNvSpPr/>
          <p:nvPr/>
        </p:nvSpPr>
        <p:spPr>
          <a:xfrm>
            <a:off x="6368796" y="1417320"/>
            <a:ext cx="420624" cy="420624"/>
          </a:xfrm>
          <a:prstGeom prst="ellipse">
            <a:avLst/>
          </a:prstGeom>
          <a:solidFill>
            <a:srgbClr val="1E2761"/>
          </a:solidFill>
          <a:ln/>
        </p:spPr>
      </p:sp>
      <p:pic>
        <p:nvPicPr>
          <p:cNvPr id="13" name="Image 2" descr="/home/claude/ameerpet/icons/think.png">
            <a:extLst>
              <a:ext uri="{FF2B5EF4-FFF2-40B4-BE49-F238E27FC236}">
                <a16:creationId xmlns:a16="http://schemas.microsoft.com/office/drawing/2014/main" id="{7FED27D3-FD35-09EF-BE88-8F11170063BC}"/>
              </a:ext>
            </a:extLst>
          </p:cNvPr>
          <p:cNvPicPr>
            <a:picLocks noChangeAspect="1"/>
          </p:cNvPicPr>
          <p:nvPr/>
        </p:nvPicPr>
        <p:blipFill>
          <a:blip r:embed="rId3"/>
          <a:stretch>
            <a:fillRect/>
          </a:stretch>
        </p:blipFill>
        <p:spPr>
          <a:xfrm>
            <a:off x="6423477" y="1472001"/>
            <a:ext cx="311262" cy="311262"/>
          </a:xfrm>
          <a:prstGeom prst="rect">
            <a:avLst/>
          </a:prstGeom>
        </p:spPr>
      </p:pic>
      <p:sp>
        <p:nvSpPr>
          <p:cNvPr id="14" name="Text 9">
            <a:extLst>
              <a:ext uri="{FF2B5EF4-FFF2-40B4-BE49-F238E27FC236}">
                <a16:creationId xmlns:a16="http://schemas.microsoft.com/office/drawing/2014/main" id="{7DACE878-64B9-7C84-399F-2E91173C70A2}"/>
              </a:ext>
            </a:extLst>
          </p:cNvPr>
          <p:cNvSpPr/>
          <p:nvPr/>
        </p:nvSpPr>
        <p:spPr>
          <a:xfrm>
            <a:off x="6899148" y="1417320"/>
            <a:ext cx="4631436" cy="420624"/>
          </a:xfrm>
          <a:prstGeom prst="rect">
            <a:avLst/>
          </a:prstGeom>
          <a:noFill/>
          <a:ln/>
        </p:spPr>
        <p:txBody>
          <a:bodyPr wrap="square" lIns="0" tIns="0" rIns="0" bIns="0" rtlCol="0" anchor="ctr"/>
          <a:lstStyle/>
          <a:p>
            <a:pPr marL="0" indent="0">
              <a:buNone/>
            </a:pPr>
            <a:r>
              <a:rPr lang="en-US" sz="1600" b="1" kern="0" spc="100" dirty="0">
                <a:solidFill>
                  <a:srgbClr val="1E2761"/>
                </a:solidFill>
                <a:latin typeface="Calibri" pitchFamily="34" charset="0"/>
                <a:ea typeface="Calibri" pitchFamily="34" charset="-122"/>
                <a:cs typeface="Calibri" pitchFamily="34" charset="-120"/>
              </a:rPr>
              <a:t>THINKS</a:t>
            </a:r>
            <a:endParaRPr lang="en-US" sz="1600" dirty="0"/>
          </a:p>
        </p:txBody>
      </p:sp>
      <p:sp>
        <p:nvSpPr>
          <p:cNvPr id="15" name="Text 10">
            <a:extLst>
              <a:ext uri="{FF2B5EF4-FFF2-40B4-BE49-F238E27FC236}">
                <a16:creationId xmlns:a16="http://schemas.microsoft.com/office/drawing/2014/main" id="{E119469F-7C2A-E242-EBF6-6EAE40B81133}"/>
              </a:ext>
            </a:extLst>
          </p:cNvPr>
          <p:cNvSpPr/>
          <p:nvPr/>
        </p:nvSpPr>
        <p:spPr>
          <a:xfrm>
            <a:off x="6414516" y="1947672"/>
            <a:ext cx="5088636" cy="14630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400" dirty="0">
                <a:solidFill>
                  <a:srgbClr val="495057"/>
                </a:solidFill>
                <a:latin typeface="Calibri" pitchFamily="34" charset="0"/>
                <a:ea typeface="Calibri" pitchFamily="34" charset="-122"/>
                <a:cs typeface="Calibri" pitchFamily="34" charset="-120"/>
              </a:rPr>
              <a:t>“Am I going in the correct direction?”</a:t>
            </a:r>
            <a:endParaRPr lang="en-US" sz="1400" dirty="0"/>
          </a:p>
          <a:p>
            <a:pPr marL="177800" indent="-177800">
              <a:lnSpc>
                <a:spcPct val="102000"/>
              </a:lnSpc>
              <a:spcAft>
                <a:spcPts val="300"/>
              </a:spcAft>
              <a:buSzPct val="100000"/>
              <a:buChar char="•"/>
            </a:pPr>
            <a:r>
              <a:rPr lang="en-US" sz="1400" dirty="0">
                <a:solidFill>
                  <a:srgbClr val="495057"/>
                </a:solidFill>
                <a:latin typeface="Calibri" pitchFamily="34" charset="0"/>
                <a:ea typeface="Calibri" pitchFamily="34" charset="-122"/>
                <a:cs typeface="Calibri" pitchFamily="34" charset="-120"/>
              </a:rPr>
              <a:t>“What if I board the wrong train?”</a:t>
            </a:r>
            <a:endParaRPr lang="en-US" sz="1400" dirty="0"/>
          </a:p>
          <a:p>
            <a:pPr marL="177800" indent="-177800">
              <a:lnSpc>
                <a:spcPct val="102000"/>
              </a:lnSpc>
              <a:spcAft>
                <a:spcPts val="300"/>
              </a:spcAft>
              <a:buSzPct val="100000"/>
              <a:buChar char="•"/>
            </a:pPr>
            <a:r>
              <a:rPr lang="en-US" sz="1400" dirty="0">
                <a:solidFill>
                  <a:srgbClr val="495057"/>
                </a:solidFill>
                <a:latin typeface="Calibri" pitchFamily="34" charset="0"/>
                <a:ea typeface="Calibri" pitchFamily="34" charset="-122"/>
                <a:cs typeface="Calibri" pitchFamily="34" charset="-120"/>
              </a:rPr>
              <a:t>“I don’t want to miss my train.”</a:t>
            </a:r>
            <a:endParaRPr lang="en-US" sz="1400" dirty="0"/>
          </a:p>
          <a:p>
            <a:pPr marL="177800" indent="-177800">
              <a:lnSpc>
                <a:spcPct val="102000"/>
              </a:lnSpc>
              <a:spcAft>
                <a:spcPts val="300"/>
              </a:spcAft>
              <a:buSzPct val="100000"/>
              <a:buChar char="•"/>
            </a:pPr>
            <a:r>
              <a:rPr lang="en-US" sz="1400" dirty="0">
                <a:solidFill>
                  <a:srgbClr val="495057"/>
                </a:solidFill>
                <a:latin typeface="Calibri" pitchFamily="34" charset="0"/>
                <a:ea typeface="Calibri" pitchFamily="34" charset="-122"/>
                <a:cs typeface="Calibri" pitchFamily="34" charset="-120"/>
              </a:rPr>
              <a:t>“There are too many people and directions.”</a:t>
            </a:r>
            <a:endParaRPr lang="en-US" sz="1400" dirty="0"/>
          </a:p>
          <a:p>
            <a:pPr marL="177800" indent="-177800">
              <a:lnSpc>
                <a:spcPct val="102000"/>
              </a:lnSpc>
              <a:spcAft>
                <a:spcPts val="300"/>
              </a:spcAft>
              <a:buSzPct val="100000"/>
              <a:buChar char="•"/>
            </a:pPr>
            <a:r>
              <a:rPr lang="en-US" sz="1400" dirty="0">
                <a:solidFill>
                  <a:srgbClr val="495057"/>
                </a:solidFill>
                <a:latin typeface="Calibri" pitchFamily="34" charset="0"/>
                <a:ea typeface="Calibri" pitchFamily="34" charset="-122"/>
                <a:cs typeface="Calibri" pitchFamily="34" charset="-120"/>
              </a:rPr>
              <a:t>“There should be an easier way to navigate.”</a:t>
            </a:r>
            <a:endParaRPr lang="en-US" sz="1400" dirty="0"/>
          </a:p>
        </p:txBody>
      </p:sp>
      <p:sp>
        <p:nvSpPr>
          <p:cNvPr id="16" name="Shape 11">
            <a:extLst>
              <a:ext uri="{FF2B5EF4-FFF2-40B4-BE49-F238E27FC236}">
                <a16:creationId xmlns:a16="http://schemas.microsoft.com/office/drawing/2014/main" id="{55634AD8-3E16-B7FE-C9F0-89FF881C1B39}"/>
              </a:ext>
            </a:extLst>
          </p:cNvPr>
          <p:cNvSpPr/>
          <p:nvPr/>
        </p:nvSpPr>
        <p:spPr>
          <a:xfrm>
            <a:off x="457200" y="3703320"/>
            <a:ext cx="5545836" cy="2286000"/>
          </a:xfrm>
          <a:prstGeom prst="roundRect">
            <a:avLst>
              <a:gd name="adj" fmla="val 3200"/>
            </a:avLst>
          </a:prstGeom>
          <a:solidFill>
            <a:srgbClr val="E6F7F1"/>
          </a:solidFill>
          <a:ln w="12700">
            <a:solidFill>
              <a:srgbClr val="E6F7F1"/>
            </a:solidFill>
            <a:prstDash val="solid"/>
          </a:ln>
          <a:effectLst>
            <a:outerShdw blurRad="76200" dist="25400" dir="5400000" algn="bl" rotWithShape="0">
              <a:srgbClr val="8A99A8">
                <a:alpha val="22000"/>
              </a:srgbClr>
            </a:outerShdw>
          </a:effectLst>
        </p:spPr>
      </p:sp>
      <p:sp>
        <p:nvSpPr>
          <p:cNvPr id="17" name="Shape 12">
            <a:extLst>
              <a:ext uri="{FF2B5EF4-FFF2-40B4-BE49-F238E27FC236}">
                <a16:creationId xmlns:a16="http://schemas.microsoft.com/office/drawing/2014/main" id="{890F3D42-1EDD-8627-E21F-35C32BA3ACB7}"/>
              </a:ext>
            </a:extLst>
          </p:cNvPr>
          <p:cNvSpPr/>
          <p:nvPr/>
        </p:nvSpPr>
        <p:spPr>
          <a:xfrm>
            <a:off x="640080" y="3886200"/>
            <a:ext cx="420624" cy="420624"/>
          </a:xfrm>
          <a:prstGeom prst="ellipse">
            <a:avLst/>
          </a:prstGeom>
          <a:solidFill>
            <a:srgbClr val="0CA678"/>
          </a:solidFill>
          <a:ln/>
        </p:spPr>
      </p:sp>
      <p:pic>
        <p:nvPicPr>
          <p:cNvPr id="18" name="Image 3" descr="/home/claude/ameerpet/icons/do.png">
            <a:extLst>
              <a:ext uri="{FF2B5EF4-FFF2-40B4-BE49-F238E27FC236}">
                <a16:creationId xmlns:a16="http://schemas.microsoft.com/office/drawing/2014/main" id="{7E1182B6-1723-C331-3D84-69AD0B88438F}"/>
              </a:ext>
            </a:extLst>
          </p:cNvPr>
          <p:cNvPicPr>
            <a:picLocks noChangeAspect="1"/>
          </p:cNvPicPr>
          <p:nvPr/>
        </p:nvPicPr>
        <p:blipFill>
          <a:blip r:embed="rId5"/>
          <a:stretch>
            <a:fillRect/>
          </a:stretch>
        </p:blipFill>
        <p:spPr>
          <a:xfrm>
            <a:off x="694761" y="3940881"/>
            <a:ext cx="311262" cy="311262"/>
          </a:xfrm>
          <a:prstGeom prst="rect">
            <a:avLst/>
          </a:prstGeom>
        </p:spPr>
      </p:pic>
      <p:sp>
        <p:nvSpPr>
          <p:cNvPr id="19" name="Text 13">
            <a:extLst>
              <a:ext uri="{FF2B5EF4-FFF2-40B4-BE49-F238E27FC236}">
                <a16:creationId xmlns:a16="http://schemas.microsoft.com/office/drawing/2014/main" id="{E1B049FD-5433-B15F-2E89-9F2B57CF0565}"/>
              </a:ext>
            </a:extLst>
          </p:cNvPr>
          <p:cNvSpPr/>
          <p:nvPr/>
        </p:nvSpPr>
        <p:spPr>
          <a:xfrm>
            <a:off x="1170432" y="3886200"/>
            <a:ext cx="4631436" cy="420624"/>
          </a:xfrm>
          <a:prstGeom prst="rect">
            <a:avLst/>
          </a:prstGeom>
          <a:noFill/>
          <a:ln/>
        </p:spPr>
        <p:txBody>
          <a:bodyPr wrap="square" lIns="0" tIns="0" rIns="0" bIns="0" rtlCol="0" anchor="ctr"/>
          <a:lstStyle/>
          <a:p>
            <a:pPr marL="0" indent="0">
              <a:buNone/>
            </a:pPr>
            <a:r>
              <a:rPr lang="en-US" sz="1600" b="1" kern="0" spc="100" dirty="0">
                <a:solidFill>
                  <a:srgbClr val="0CA678"/>
                </a:solidFill>
                <a:latin typeface="Calibri" pitchFamily="34" charset="0"/>
                <a:ea typeface="Calibri" pitchFamily="34" charset="-122"/>
                <a:cs typeface="Calibri" pitchFamily="34" charset="-120"/>
              </a:rPr>
              <a:t>DOES</a:t>
            </a:r>
            <a:endParaRPr lang="en-US" sz="1600" dirty="0"/>
          </a:p>
        </p:txBody>
      </p:sp>
      <p:sp>
        <p:nvSpPr>
          <p:cNvPr id="20" name="Text 14">
            <a:extLst>
              <a:ext uri="{FF2B5EF4-FFF2-40B4-BE49-F238E27FC236}">
                <a16:creationId xmlns:a16="http://schemas.microsoft.com/office/drawing/2014/main" id="{F3C3145F-815A-C188-B377-3FDB036E20F7}"/>
              </a:ext>
            </a:extLst>
          </p:cNvPr>
          <p:cNvSpPr/>
          <p:nvPr/>
        </p:nvSpPr>
        <p:spPr>
          <a:xfrm>
            <a:off x="685800" y="4416552"/>
            <a:ext cx="5088636" cy="14630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400" dirty="0">
                <a:solidFill>
                  <a:srgbClr val="495057"/>
                </a:solidFill>
                <a:latin typeface="Calibri" pitchFamily="34" charset="0"/>
                <a:ea typeface="Calibri" pitchFamily="34" charset="-122"/>
                <a:cs typeface="Calibri" pitchFamily="34" charset="-120"/>
              </a:rPr>
              <a:t>Stops frequently to check signs.</a:t>
            </a:r>
            <a:endParaRPr lang="en-US" sz="1400" dirty="0"/>
          </a:p>
          <a:p>
            <a:pPr marL="177800" indent="-177800">
              <a:lnSpc>
                <a:spcPct val="102000"/>
              </a:lnSpc>
              <a:spcAft>
                <a:spcPts val="300"/>
              </a:spcAft>
              <a:buSzPct val="100000"/>
              <a:buChar char="•"/>
            </a:pPr>
            <a:r>
              <a:rPr lang="en-US" sz="1400" dirty="0">
                <a:solidFill>
                  <a:srgbClr val="495057"/>
                </a:solidFill>
                <a:latin typeface="Calibri" pitchFamily="34" charset="0"/>
                <a:ea typeface="Calibri" pitchFamily="34" charset="-122"/>
                <a:cs typeface="Calibri" pitchFamily="34" charset="-120"/>
              </a:rPr>
              <a:t>Follows the crowd when unsure.</a:t>
            </a:r>
            <a:endParaRPr lang="en-US" sz="1400" dirty="0"/>
          </a:p>
          <a:p>
            <a:pPr marL="177800" indent="-177800">
              <a:lnSpc>
                <a:spcPct val="102000"/>
              </a:lnSpc>
              <a:spcAft>
                <a:spcPts val="300"/>
              </a:spcAft>
              <a:buSzPct val="100000"/>
              <a:buChar char="•"/>
            </a:pPr>
            <a:r>
              <a:rPr lang="en-US" sz="1400" dirty="0">
                <a:solidFill>
                  <a:srgbClr val="495057"/>
                </a:solidFill>
                <a:latin typeface="Calibri" pitchFamily="34" charset="0"/>
                <a:ea typeface="Calibri" pitchFamily="34" charset="-122"/>
                <a:cs typeface="Calibri" pitchFamily="34" charset="-120"/>
              </a:rPr>
              <a:t>Checks route information on a phone.</a:t>
            </a:r>
            <a:endParaRPr lang="en-US" sz="1400" dirty="0"/>
          </a:p>
          <a:p>
            <a:pPr marL="177800" indent="-177800">
              <a:lnSpc>
                <a:spcPct val="102000"/>
              </a:lnSpc>
              <a:spcAft>
                <a:spcPts val="300"/>
              </a:spcAft>
              <a:buSzPct val="100000"/>
              <a:buChar char="•"/>
            </a:pPr>
            <a:r>
              <a:rPr lang="en-US" sz="1400" dirty="0">
                <a:solidFill>
                  <a:srgbClr val="495057"/>
                </a:solidFill>
                <a:latin typeface="Calibri" pitchFamily="34" charset="0"/>
                <a:ea typeface="Calibri" pitchFamily="34" charset="-122"/>
                <a:cs typeface="Calibri" pitchFamily="34" charset="-120"/>
              </a:rPr>
              <a:t>Asks passengers or metro staff for help.</a:t>
            </a:r>
            <a:endParaRPr lang="en-US" sz="1400" dirty="0"/>
          </a:p>
          <a:p>
            <a:pPr marL="177800" indent="-177800">
              <a:lnSpc>
                <a:spcPct val="102000"/>
              </a:lnSpc>
              <a:spcAft>
                <a:spcPts val="300"/>
              </a:spcAft>
              <a:buSzPct val="100000"/>
              <a:buChar char="•"/>
            </a:pPr>
            <a:r>
              <a:rPr lang="en-US" sz="1400" dirty="0">
                <a:solidFill>
                  <a:srgbClr val="495057"/>
                </a:solidFill>
                <a:latin typeface="Calibri" pitchFamily="34" charset="0"/>
                <a:ea typeface="Calibri" pitchFamily="34" charset="-122"/>
                <a:cs typeface="Calibri" pitchFamily="34" charset="-120"/>
              </a:rPr>
              <a:t>Searches for lifts and escalators; double-checks platform &amp; direction.</a:t>
            </a:r>
            <a:endParaRPr lang="en-US" sz="1400" dirty="0"/>
          </a:p>
        </p:txBody>
      </p:sp>
      <p:sp>
        <p:nvSpPr>
          <p:cNvPr id="21" name="Shape 15">
            <a:extLst>
              <a:ext uri="{FF2B5EF4-FFF2-40B4-BE49-F238E27FC236}">
                <a16:creationId xmlns:a16="http://schemas.microsoft.com/office/drawing/2014/main" id="{063F0CEC-53C3-B572-D754-46D3F26A39CC}"/>
              </a:ext>
            </a:extLst>
          </p:cNvPr>
          <p:cNvSpPr/>
          <p:nvPr/>
        </p:nvSpPr>
        <p:spPr>
          <a:xfrm>
            <a:off x="6185916" y="3703320"/>
            <a:ext cx="5545836" cy="2286000"/>
          </a:xfrm>
          <a:prstGeom prst="roundRect">
            <a:avLst>
              <a:gd name="adj" fmla="val 3200"/>
            </a:avLst>
          </a:prstGeom>
          <a:solidFill>
            <a:srgbClr val="FDEEE6"/>
          </a:solidFill>
          <a:ln w="12700">
            <a:solidFill>
              <a:srgbClr val="FDEEE6"/>
            </a:solidFill>
            <a:prstDash val="solid"/>
          </a:ln>
          <a:effectLst>
            <a:outerShdw blurRad="76200" dist="25400" dir="5400000" algn="bl" rotWithShape="0">
              <a:srgbClr val="8A99A8">
                <a:alpha val="22000"/>
              </a:srgbClr>
            </a:outerShdw>
          </a:effectLst>
        </p:spPr>
      </p:sp>
      <p:sp>
        <p:nvSpPr>
          <p:cNvPr id="22" name="Shape 16">
            <a:extLst>
              <a:ext uri="{FF2B5EF4-FFF2-40B4-BE49-F238E27FC236}">
                <a16:creationId xmlns:a16="http://schemas.microsoft.com/office/drawing/2014/main" id="{245CC86F-3113-24EC-2BEE-CA4515574D0E}"/>
              </a:ext>
            </a:extLst>
          </p:cNvPr>
          <p:cNvSpPr/>
          <p:nvPr/>
        </p:nvSpPr>
        <p:spPr>
          <a:xfrm>
            <a:off x="6368796" y="3886200"/>
            <a:ext cx="420624" cy="420624"/>
          </a:xfrm>
          <a:prstGeom prst="ellipse">
            <a:avLst/>
          </a:prstGeom>
          <a:solidFill>
            <a:srgbClr val="E8590C"/>
          </a:solidFill>
          <a:ln/>
        </p:spPr>
      </p:sp>
      <p:pic>
        <p:nvPicPr>
          <p:cNvPr id="23" name="Image 4" descr="/home/claude/ameerpet/icons/feel.png">
            <a:extLst>
              <a:ext uri="{FF2B5EF4-FFF2-40B4-BE49-F238E27FC236}">
                <a16:creationId xmlns:a16="http://schemas.microsoft.com/office/drawing/2014/main" id="{B896394A-17A6-DA48-7EEA-943833F45443}"/>
              </a:ext>
            </a:extLst>
          </p:cNvPr>
          <p:cNvPicPr>
            <a:picLocks noChangeAspect="1"/>
          </p:cNvPicPr>
          <p:nvPr/>
        </p:nvPicPr>
        <p:blipFill>
          <a:blip r:embed="rId6"/>
          <a:stretch>
            <a:fillRect/>
          </a:stretch>
        </p:blipFill>
        <p:spPr>
          <a:xfrm>
            <a:off x="6423477" y="3940881"/>
            <a:ext cx="311262" cy="311262"/>
          </a:xfrm>
          <a:prstGeom prst="rect">
            <a:avLst/>
          </a:prstGeom>
        </p:spPr>
      </p:pic>
      <p:sp>
        <p:nvSpPr>
          <p:cNvPr id="24" name="Text 17">
            <a:extLst>
              <a:ext uri="{FF2B5EF4-FFF2-40B4-BE49-F238E27FC236}">
                <a16:creationId xmlns:a16="http://schemas.microsoft.com/office/drawing/2014/main" id="{CD336F1B-0172-06BC-D402-29558B271F46}"/>
              </a:ext>
            </a:extLst>
          </p:cNvPr>
          <p:cNvSpPr/>
          <p:nvPr/>
        </p:nvSpPr>
        <p:spPr>
          <a:xfrm>
            <a:off x="6899148" y="3886200"/>
            <a:ext cx="4631436" cy="420624"/>
          </a:xfrm>
          <a:prstGeom prst="rect">
            <a:avLst/>
          </a:prstGeom>
          <a:noFill/>
          <a:ln/>
        </p:spPr>
        <p:txBody>
          <a:bodyPr wrap="square" lIns="0" tIns="0" rIns="0" bIns="0" rtlCol="0" anchor="ctr"/>
          <a:lstStyle/>
          <a:p>
            <a:pPr marL="0" indent="0">
              <a:buNone/>
            </a:pPr>
            <a:r>
              <a:rPr lang="en-US" sz="1600" b="1" kern="0" spc="100" dirty="0">
                <a:solidFill>
                  <a:srgbClr val="E8590C"/>
                </a:solidFill>
                <a:latin typeface="Calibri" pitchFamily="34" charset="0"/>
                <a:ea typeface="Calibri" pitchFamily="34" charset="-122"/>
                <a:cs typeface="Calibri" pitchFamily="34" charset="-120"/>
              </a:rPr>
              <a:t>FEELS</a:t>
            </a:r>
            <a:endParaRPr lang="en-US" sz="1600" dirty="0"/>
          </a:p>
        </p:txBody>
      </p:sp>
      <p:sp>
        <p:nvSpPr>
          <p:cNvPr id="25" name="Text 18">
            <a:extLst>
              <a:ext uri="{FF2B5EF4-FFF2-40B4-BE49-F238E27FC236}">
                <a16:creationId xmlns:a16="http://schemas.microsoft.com/office/drawing/2014/main" id="{C5D73D16-38CD-3234-44F2-DA3EF0B28584}"/>
              </a:ext>
            </a:extLst>
          </p:cNvPr>
          <p:cNvSpPr/>
          <p:nvPr/>
        </p:nvSpPr>
        <p:spPr>
          <a:xfrm>
            <a:off x="6414516" y="4416552"/>
            <a:ext cx="5088636" cy="14630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400" dirty="0">
                <a:solidFill>
                  <a:srgbClr val="495057"/>
                </a:solidFill>
                <a:latin typeface="Calibri" pitchFamily="34" charset="0"/>
                <a:ea typeface="Calibri" pitchFamily="34" charset="-122"/>
                <a:cs typeface="Calibri" pitchFamily="34" charset="-120"/>
              </a:rPr>
              <a:t>Confused by multiple directions.</a:t>
            </a:r>
            <a:endParaRPr lang="en-US" sz="1400" dirty="0"/>
          </a:p>
          <a:p>
            <a:pPr marL="177800" indent="-177800">
              <a:lnSpc>
                <a:spcPct val="102000"/>
              </a:lnSpc>
              <a:spcAft>
                <a:spcPts val="300"/>
              </a:spcAft>
              <a:buSzPct val="100000"/>
              <a:buChar char="•"/>
            </a:pPr>
            <a:r>
              <a:rPr lang="en-US" sz="1400" dirty="0">
                <a:solidFill>
                  <a:srgbClr val="495057"/>
                </a:solidFill>
                <a:latin typeface="Calibri" pitchFamily="34" charset="0"/>
                <a:ea typeface="Calibri" pitchFamily="34" charset="-122"/>
                <a:cs typeface="Calibri" pitchFamily="34" charset="-120"/>
              </a:rPr>
              <a:t>Anxious about choosing the wrong platform.</a:t>
            </a:r>
            <a:endParaRPr lang="en-US" sz="1400" dirty="0"/>
          </a:p>
          <a:p>
            <a:pPr marL="177800" indent="-177800">
              <a:lnSpc>
                <a:spcPct val="102000"/>
              </a:lnSpc>
              <a:spcAft>
                <a:spcPts val="300"/>
              </a:spcAft>
              <a:buSzPct val="100000"/>
              <a:buChar char="•"/>
            </a:pPr>
            <a:r>
              <a:rPr lang="en-US" sz="1400" dirty="0">
                <a:solidFill>
                  <a:srgbClr val="495057"/>
                </a:solidFill>
                <a:latin typeface="Calibri" pitchFamily="34" charset="0"/>
                <a:ea typeface="Calibri" pitchFamily="34" charset="-122"/>
                <a:cs typeface="Calibri" pitchFamily="34" charset="-120"/>
              </a:rPr>
              <a:t>Overwhelmed by peak-hour crowds.</a:t>
            </a:r>
            <a:endParaRPr lang="en-US" sz="1400" dirty="0"/>
          </a:p>
          <a:p>
            <a:pPr marL="177800" indent="-177800">
              <a:lnSpc>
                <a:spcPct val="102000"/>
              </a:lnSpc>
              <a:spcAft>
                <a:spcPts val="300"/>
              </a:spcAft>
              <a:buSzPct val="100000"/>
              <a:buChar char="•"/>
            </a:pPr>
            <a:r>
              <a:rPr lang="en-US" sz="1400" dirty="0">
                <a:solidFill>
                  <a:srgbClr val="495057"/>
                </a:solidFill>
                <a:latin typeface="Calibri" pitchFamily="34" charset="0"/>
                <a:ea typeface="Calibri" pitchFamily="34" charset="-122"/>
                <a:cs typeface="Calibri" pitchFamily="34" charset="-120"/>
              </a:rPr>
              <a:t>Rushed by fast-moving commuters.</a:t>
            </a:r>
            <a:endParaRPr lang="en-US" sz="1400" dirty="0"/>
          </a:p>
          <a:p>
            <a:pPr marL="177800" indent="-177800">
              <a:lnSpc>
                <a:spcPct val="102000"/>
              </a:lnSpc>
              <a:spcAft>
                <a:spcPts val="300"/>
              </a:spcAft>
              <a:buSzPct val="100000"/>
              <a:buChar char="•"/>
            </a:pPr>
            <a:r>
              <a:rPr lang="en-US" sz="1400" dirty="0">
                <a:solidFill>
                  <a:srgbClr val="495057"/>
                </a:solidFill>
                <a:latin typeface="Calibri" pitchFamily="34" charset="0"/>
                <a:ea typeface="Calibri" pitchFamily="34" charset="-122"/>
                <a:cs typeface="Calibri" pitchFamily="34" charset="-120"/>
              </a:rPr>
              <a:t>Tired after walking, relieved once on the right route</a:t>
            </a:r>
            <a:r>
              <a:rPr lang="en-US" sz="1000" dirty="0">
                <a:solidFill>
                  <a:srgbClr val="495057"/>
                </a:solidFill>
                <a:latin typeface="Calibri" pitchFamily="34" charset="0"/>
                <a:ea typeface="Calibri" pitchFamily="34" charset="-122"/>
                <a:cs typeface="Calibri" pitchFamily="34" charset="-120"/>
              </a:rPr>
              <a:t>.</a:t>
            </a:r>
            <a:endParaRPr lang="en-US" sz="1000" dirty="0"/>
          </a:p>
        </p:txBody>
      </p:sp>
      <p:sp>
        <p:nvSpPr>
          <p:cNvPr id="26" name="Shape 19">
            <a:extLst>
              <a:ext uri="{FF2B5EF4-FFF2-40B4-BE49-F238E27FC236}">
                <a16:creationId xmlns:a16="http://schemas.microsoft.com/office/drawing/2014/main" id="{ED6B52BD-7494-C0CB-A4EE-37B4C8CAB723}"/>
              </a:ext>
            </a:extLst>
          </p:cNvPr>
          <p:cNvSpPr/>
          <p:nvPr/>
        </p:nvSpPr>
        <p:spPr>
          <a:xfrm>
            <a:off x="457200" y="6172200"/>
            <a:ext cx="11274552" cy="502920"/>
          </a:xfrm>
          <a:prstGeom prst="roundRect">
            <a:avLst>
              <a:gd name="adj" fmla="val 14545"/>
            </a:avLst>
          </a:prstGeom>
          <a:solidFill>
            <a:srgbClr val="1E2761"/>
          </a:solidFill>
          <a:ln/>
        </p:spPr>
      </p:sp>
      <p:sp>
        <p:nvSpPr>
          <p:cNvPr id="27" name="Text 20">
            <a:extLst>
              <a:ext uri="{FF2B5EF4-FFF2-40B4-BE49-F238E27FC236}">
                <a16:creationId xmlns:a16="http://schemas.microsoft.com/office/drawing/2014/main" id="{65AD2A74-E614-6670-78F2-F6E6C692B1A4}"/>
              </a:ext>
            </a:extLst>
          </p:cNvPr>
          <p:cNvSpPr/>
          <p:nvPr/>
        </p:nvSpPr>
        <p:spPr>
          <a:xfrm>
            <a:off x="640080" y="6172200"/>
            <a:ext cx="10908792" cy="502920"/>
          </a:xfrm>
          <a:prstGeom prst="rect">
            <a:avLst/>
          </a:prstGeom>
          <a:noFill/>
          <a:ln/>
        </p:spPr>
        <p:txBody>
          <a:bodyPr wrap="square" lIns="0" tIns="0" rIns="0" bIns="0" rtlCol="0" anchor="ctr"/>
          <a:lstStyle/>
          <a:p>
            <a:pPr marL="0" indent="0" algn="ctr">
              <a:buNone/>
            </a:pPr>
            <a:r>
              <a:rPr lang="en-US" sz="1250" i="1" dirty="0">
                <a:solidFill>
                  <a:srgbClr val="FFFFFF"/>
                </a:solidFill>
                <a:latin typeface="Calibri" pitchFamily="34" charset="0"/>
                <a:ea typeface="Calibri" pitchFamily="34" charset="-122"/>
                <a:cs typeface="Calibri" pitchFamily="34" charset="-120"/>
              </a:rPr>
              <a:t>Passengers need guidance that can be understood within seconds while moving through a crowded interchange.</a:t>
            </a:r>
            <a:endParaRPr lang="en-US" sz="1250" dirty="0"/>
          </a:p>
        </p:txBody>
      </p:sp>
    </p:spTree>
    <p:extLst>
      <p:ext uri="{BB962C8B-B14F-4D97-AF65-F5344CB8AC3E}">
        <p14:creationId xmlns:p14="http://schemas.microsoft.com/office/powerpoint/2010/main" val="36387040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49179" y="292608"/>
            <a:ext cx="9601200" cy="502920"/>
          </a:xfrm>
          <a:prstGeom prst="rect">
            <a:avLst/>
          </a:prstGeom>
          <a:noFill/>
          <a:ln/>
        </p:spPr>
        <p:txBody>
          <a:bodyPr wrap="square" lIns="0" tIns="0" rIns="0" bIns="0" rtlCol="0" anchor="ctr"/>
          <a:lstStyle/>
          <a:p>
            <a:pPr marL="0" indent="0" algn="l">
              <a:buNone/>
            </a:pPr>
            <a:r>
              <a:rPr lang="en-US" sz="3000" b="1" dirty="0">
                <a:solidFill>
                  <a:srgbClr val="1E2761"/>
                </a:solidFill>
                <a:latin typeface="Calibri" pitchFamily="34" charset="0"/>
                <a:ea typeface="Calibri" pitchFamily="34" charset="-122"/>
                <a:cs typeface="Calibri" pitchFamily="34" charset="-120"/>
              </a:rPr>
              <a:t>EMPATHY MAPPING-Persona 2</a:t>
            </a:r>
            <a:endParaRPr lang="en-US" sz="3000" dirty="0"/>
          </a:p>
        </p:txBody>
      </p:sp>
      <p:sp>
        <p:nvSpPr>
          <p:cNvPr id="3" name="Text 1"/>
          <p:cNvSpPr/>
          <p:nvPr/>
        </p:nvSpPr>
        <p:spPr>
          <a:xfrm>
            <a:off x="457200" y="777240"/>
            <a:ext cx="9875520" cy="365760"/>
          </a:xfrm>
          <a:prstGeom prst="rect">
            <a:avLst/>
          </a:prstGeom>
          <a:noFill/>
          <a:ln/>
        </p:spPr>
        <p:txBody>
          <a:bodyPr wrap="square" lIns="0" tIns="0" rIns="0" bIns="0" rtlCol="0" anchor="ctr"/>
          <a:lstStyle/>
          <a:p>
            <a:pPr marL="0" indent="0" algn="l">
              <a:buNone/>
            </a:pPr>
            <a:r>
              <a:rPr lang="en-US" sz="1500" i="1" dirty="0">
                <a:solidFill>
                  <a:srgbClr val="085A68"/>
                </a:solidFill>
                <a:latin typeface="Calibri" pitchFamily="34" charset="0"/>
                <a:ea typeface="Calibri" pitchFamily="34" charset="-122"/>
                <a:cs typeface="Calibri" pitchFamily="34" charset="-120"/>
              </a:rPr>
              <a:t>What Our Users Say, Think, Do &amp; Feel</a:t>
            </a:r>
            <a:endParaRPr lang="en-US" sz="1500" dirty="0"/>
          </a:p>
        </p:txBody>
      </p:sp>
      <p:sp>
        <p:nvSpPr>
          <p:cNvPr id="4" name="Shape 2"/>
          <p:cNvSpPr/>
          <p:nvPr/>
        </p:nvSpPr>
        <p:spPr>
          <a:xfrm>
            <a:off x="11109960" y="320040"/>
            <a:ext cx="621792" cy="621792"/>
          </a:xfrm>
          <a:prstGeom prst="ellipse">
            <a:avLst/>
          </a:prstGeom>
          <a:solidFill>
            <a:srgbClr val="0B7285"/>
          </a:solidFill>
          <a:ln/>
        </p:spPr>
      </p:sp>
      <p:pic>
        <p:nvPicPr>
          <p:cNvPr id="5" name="Image 0" descr="/home/claude/ameerpet/icons/think.png"/>
          <p:cNvPicPr>
            <a:picLocks noChangeAspect="1"/>
          </p:cNvPicPr>
          <p:nvPr/>
        </p:nvPicPr>
        <p:blipFill>
          <a:blip r:embed="rId3"/>
          <a:stretch>
            <a:fillRect/>
          </a:stretch>
        </p:blipFill>
        <p:spPr>
          <a:xfrm>
            <a:off x="11190793" y="400873"/>
            <a:ext cx="460126" cy="460126"/>
          </a:xfrm>
          <a:prstGeom prst="rect">
            <a:avLst/>
          </a:prstGeom>
        </p:spPr>
      </p:pic>
      <p:sp>
        <p:nvSpPr>
          <p:cNvPr id="6" name="Shape 3"/>
          <p:cNvSpPr/>
          <p:nvPr/>
        </p:nvSpPr>
        <p:spPr>
          <a:xfrm>
            <a:off x="457200" y="1234440"/>
            <a:ext cx="5545836" cy="2286000"/>
          </a:xfrm>
          <a:prstGeom prst="roundRect">
            <a:avLst>
              <a:gd name="adj" fmla="val 3200"/>
            </a:avLst>
          </a:prstGeom>
          <a:solidFill>
            <a:srgbClr val="E9F4F5"/>
          </a:solidFill>
          <a:ln w="12700">
            <a:solidFill>
              <a:srgbClr val="E9F4F5"/>
            </a:solidFill>
            <a:prstDash val="solid"/>
          </a:ln>
          <a:effectLst>
            <a:outerShdw blurRad="76200" dist="25400" dir="5400000" algn="bl" rotWithShape="0">
              <a:srgbClr val="8A99A8">
                <a:alpha val="22000"/>
              </a:srgbClr>
            </a:outerShdw>
          </a:effectLst>
        </p:spPr>
      </p:sp>
      <p:sp>
        <p:nvSpPr>
          <p:cNvPr id="7" name="Shape 4"/>
          <p:cNvSpPr/>
          <p:nvPr/>
        </p:nvSpPr>
        <p:spPr>
          <a:xfrm>
            <a:off x="640080" y="1417320"/>
            <a:ext cx="420624" cy="420624"/>
          </a:xfrm>
          <a:prstGeom prst="ellipse">
            <a:avLst/>
          </a:prstGeom>
          <a:solidFill>
            <a:srgbClr val="0B7285"/>
          </a:solidFill>
          <a:ln/>
        </p:spPr>
      </p:sp>
      <p:pic>
        <p:nvPicPr>
          <p:cNvPr id="8" name="Image 1" descr="/home/claude/ameerpet/icons/say.png"/>
          <p:cNvPicPr>
            <a:picLocks noChangeAspect="1"/>
          </p:cNvPicPr>
          <p:nvPr/>
        </p:nvPicPr>
        <p:blipFill>
          <a:blip r:embed="rId4"/>
          <a:stretch>
            <a:fillRect/>
          </a:stretch>
        </p:blipFill>
        <p:spPr>
          <a:xfrm>
            <a:off x="694761" y="1472001"/>
            <a:ext cx="311262" cy="311262"/>
          </a:xfrm>
          <a:prstGeom prst="rect">
            <a:avLst/>
          </a:prstGeom>
        </p:spPr>
      </p:pic>
      <p:sp>
        <p:nvSpPr>
          <p:cNvPr id="9" name="Text 5"/>
          <p:cNvSpPr/>
          <p:nvPr/>
        </p:nvSpPr>
        <p:spPr>
          <a:xfrm>
            <a:off x="1170432" y="1417320"/>
            <a:ext cx="4631436" cy="420624"/>
          </a:xfrm>
          <a:prstGeom prst="rect">
            <a:avLst/>
          </a:prstGeom>
          <a:noFill/>
          <a:ln/>
        </p:spPr>
        <p:txBody>
          <a:bodyPr wrap="square" lIns="0" tIns="0" rIns="0" bIns="0" rtlCol="0" anchor="ctr"/>
          <a:lstStyle/>
          <a:p>
            <a:pPr marL="0" indent="0">
              <a:buNone/>
            </a:pPr>
            <a:r>
              <a:rPr lang="en-US" sz="1600" b="1" kern="0" spc="100" dirty="0">
                <a:solidFill>
                  <a:srgbClr val="0B7285"/>
                </a:solidFill>
                <a:latin typeface="Calibri" pitchFamily="34" charset="0"/>
                <a:ea typeface="Calibri" pitchFamily="34" charset="-122"/>
                <a:cs typeface="Calibri" pitchFamily="34" charset="-120"/>
              </a:rPr>
              <a:t>SAYS</a:t>
            </a:r>
            <a:endParaRPr lang="en-US" sz="1600" dirty="0"/>
          </a:p>
        </p:txBody>
      </p:sp>
      <p:sp>
        <p:nvSpPr>
          <p:cNvPr id="10" name="Text 6"/>
          <p:cNvSpPr/>
          <p:nvPr/>
        </p:nvSpPr>
        <p:spPr>
          <a:xfrm>
            <a:off x="685800" y="1947672"/>
            <a:ext cx="5088636" cy="1463040"/>
          </a:xfrm>
          <a:prstGeom prst="rect">
            <a:avLst/>
          </a:prstGeom>
          <a:noFill/>
          <a:ln/>
        </p:spPr>
        <p:txBody>
          <a:bodyPr wrap="square" lIns="0" tIns="0" rIns="0" bIns="0" rtlCol="0" anchor="t"/>
          <a:lstStyle/>
          <a:p>
            <a:pPr marL="285750" lvl="0" indent="-285750">
              <a:buFont typeface="Arial" panose="020B0604020202020204" pitchFamily="34" charset="0"/>
              <a:buChar char="•"/>
            </a:pPr>
            <a:r>
              <a:rPr lang="en-IN" sz="1600" dirty="0"/>
              <a:t>“Which line should I change to?” </a:t>
            </a:r>
          </a:p>
          <a:p>
            <a:pPr marL="285750" lvl="0" indent="-285750">
              <a:buFont typeface="Arial" panose="020B0604020202020204" pitchFamily="34" charset="0"/>
              <a:buChar char="•"/>
            </a:pPr>
            <a:r>
              <a:rPr lang="en-IN" sz="1600" dirty="0"/>
              <a:t>“Where is my next platform?” </a:t>
            </a:r>
          </a:p>
          <a:p>
            <a:pPr marL="285750" lvl="0" indent="-285750">
              <a:buFont typeface="Arial" panose="020B0604020202020204" pitchFamily="34" charset="0"/>
              <a:buChar char="•"/>
            </a:pPr>
            <a:r>
              <a:rPr lang="en-IN" sz="1600" dirty="0"/>
              <a:t>“Which direction should I follow?” </a:t>
            </a:r>
          </a:p>
          <a:p>
            <a:pPr marL="285750" lvl="0" indent="-285750">
              <a:buFont typeface="Arial" panose="020B0604020202020204" pitchFamily="34" charset="0"/>
              <a:buChar char="•"/>
            </a:pPr>
            <a:r>
              <a:rPr lang="en-IN" sz="1600" dirty="0"/>
              <a:t>“Is this the fastest route?” </a:t>
            </a:r>
          </a:p>
          <a:p>
            <a:pPr marL="285750" lvl="0" indent="-285750">
              <a:buFont typeface="Arial" panose="020B0604020202020204" pitchFamily="34" charset="0"/>
              <a:buChar char="•"/>
            </a:pPr>
            <a:r>
              <a:rPr lang="en-IN" sz="1600" dirty="0"/>
              <a:t>“Which exit should I take?”</a:t>
            </a:r>
          </a:p>
          <a:p>
            <a:pPr marL="177800" indent="-177800">
              <a:lnSpc>
                <a:spcPct val="102000"/>
              </a:lnSpc>
              <a:spcAft>
                <a:spcPts val="300"/>
              </a:spcAft>
              <a:buSzPct val="100000"/>
              <a:buChar char="•"/>
            </a:pPr>
            <a:endParaRPr lang="en-US" sz="1600" dirty="0"/>
          </a:p>
        </p:txBody>
      </p:sp>
      <p:sp>
        <p:nvSpPr>
          <p:cNvPr id="11" name="Shape 7"/>
          <p:cNvSpPr/>
          <p:nvPr/>
        </p:nvSpPr>
        <p:spPr>
          <a:xfrm>
            <a:off x="6185916" y="1234440"/>
            <a:ext cx="5545836" cy="2286000"/>
          </a:xfrm>
          <a:prstGeom prst="roundRect">
            <a:avLst>
              <a:gd name="adj" fmla="val 3200"/>
            </a:avLst>
          </a:prstGeom>
          <a:solidFill>
            <a:srgbClr val="EAEBF5"/>
          </a:solidFill>
          <a:ln w="12700">
            <a:solidFill>
              <a:srgbClr val="EAEBF5"/>
            </a:solidFill>
            <a:prstDash val="solid"/>
          </a:ln>
          <a:effectLst>
            <a:outerShdw blurRad="76200" dist="25400" dir="5400000" algn="bl" rotWithShape="0">
              <a:srgbClr val="8A99A8">
                <a:alpha val="22000"/>
              </a:srgbClr>
            </a:outerShdw>
          </a:effectLst>
        </p:spPr>
      </p:sp>
      <p:sp>
        <p:nvSpPr>
          <p:cNvPr id="12" name="Shape 8"/>
          <p:cNvSpPr/>
          <p:nvPr/>
        </p:nvSpPr>
        <p:spPr>
          <a:xfrm>
            <a:off x="6368796" y="1417320"/>
            <a:ext cx="420624" cy="420624"/>
          </a:xfrm>
          <a:prstGeom prst="ellipse">
            <a:avLst/>
          </a:prstGeom>
          <a:solidFill>
            <a:srgbClr val="1E2761"/>
          </a:solidFill>
          <a:ln/>
        </p:spPr>
      </p:sp>
      <p:pic>
        <p:nvPicPr>
          <p:cNvPr id="13" name="Image 2" descr="/home/claude/ameerpet/icons/think.png"/>
          <p:cNvPicPr>
            <a:picLocks noChangeAspect="1"/>
          </p:cNvPicPr>
          <p:nvPr/>
        </p:nvPicPr>
        <p:blipFill>
          <a:blip r:embed="rId3"/>
          <a:stretch>
            <a:fillRect/>
          </a:stretch>
        </p:blipFill>
        <p:spPr>
          <a:xfrm>
            <a:off x="6423477" y="1472001"/>
            <a:ext cx="311262" cy="311262"/>
          </a:xfrm>
          <a:prstGeom prst="rect">
            <a:avLst/>
          </a:prstGeom>
        </p:spPr>
      </p:pic>
      <p:sp>
        <p:nvSpPr>
          <p:cNvPr id="14" name="Text 9"/>
          <p:cNvSpPr/>
          <p:nvPr/>
        </p:nvSpPr>
        <p:spPr>
          <a:xfrm>
            <a:off x="6899148" y="1417320"/>
            <a:ext cx="4631436" cy="420624"/>
          </a:xfrm>
          <a:prstGeom prst="rect">
            <a:avLst/>
          </a:prstGeom>
          <a:noFill/>
          <a:ln/>
        </p:spPr>
        <p:txBody>
          <a:bodyPr wrap="square" lIns="0" tIns="0" rIns="0" bIns="0" rtlCol="0" anchor="ctr"/>
          <a:lstStyle/>
          <a:p>
            <a:pPr marL="0" indent="0">
              <a:buNone/>
            </a:pPr>
            <a:r>
              <a:rPr lang="en-US" sz="1600" b="1" kern="0" spc="100" dirty="0">
                <a:solidFill>
                  <a:srgbClr val="1E2761"/>
                </a:solidFill>
                <a:latin typeface="Calibri" pitchFamily="34" charset="0"/>
                <a:ea typeface="Calibri" pitchFamily="34" charset="-122"/>
                <a:cs typeface="Calibri" pitchFamily="34" charset="-120"/>
              </a:rPr>
              <a:t>THINKS</a:t>
            </a:r>
            <a:endParaRPr lang="en-US" sz="1600" dirty="0"/>
          </a:p>
        </p:txBody>
      </p:sp>
      <p:sp>
        <p:nvSpPr>
          <p:cNvPr id="15" name="Text 10"/>
          <p:cNvSpPr/>
          <p:nvPr/>
        </p:nvSpPr>
        <p:spPr>
          <a:xfrm>
            <a:off x="6414516" y="1947672"/>
            <a:ext cx="5088636" cy="1463040"/>
          </a:xfrm>
          <a:prstGeom prst="rect">
            <a:avLst/>
          </a:prstGeom>
          <a:noFill/>
          <a:ln/>
        </p:spPr>
        <p:txBody>
          <a:bodyPr wrap="square" lIns="0" tIns="0" rIns="0" bIns="0" rtlCol="0" anchor="t"/>
          <a:lstStyle/>
          <a:p>
            <a:pPr marL="285750" lvl="0" indent="-285750">
              <a:buFont typeface="Arial" panose="020B0604020202020204" pitchFamily="34" charset="0"/>
              <a:buChar char="•"/>
            </a:pPr>
            <a:r>
              <a:rPr lang="en-IN" sz="1400" dirty="0"/>
              <a:t>“I don't want to miss my train.” </a:t>
            </a:r>
          </a:p>
          <a:p>
            <a:pPr marL="285750" lvl="0" indent="-285750">
              <a:buFont typeface="Arial" panose="020B0604020202020204" pitchFamily="34" charset="0"/>
              <a:buChar char="•"/>
            </a:pPr>
            <a:r>
              <a:rPr lang="en-IN" sz="1400" dirty="0"/>
              <a:t>“Am I following the correct route?” </a:t>
            </a:r>
          </a:p>
          <a:p>
            <a:pPr marL="285750" lvl="0" indent="-285750">
              <a:buFont typeface="Arial" panose="020B0604020202020204" pitchFamily="34" charset="0"/>
              <a:buChar char="•"/>
            </a:pPr>
            <a:r>
              <a:rPr lang="en-IN" sz="1400" dirty="0"/>
              <a:t>“Maybe I should just follow the crowd.” </a:t>
            </a:r>
          </a:p>
          <a:p>
            <a:pPr marL="285750" lvl="0" indent="-285750">
              <a:buFont typeface="Arial" panose="020B0604020202020204" pitchFamily="34" charset="0"/>
              <a:buChar char="•"/>
            </a:pPr>
            <a:r>
              <a:rPr lang="en-IN" sz="1400" dirty="0"/>
              <a:t>“Why isn't there a simpler way to navigate?” </a:t>
            </a:r>
          </a:p>
          <a:p>
            <a:pPr marL="285750" lvl="0" indent="-285750">
              <a:buFont typeface="Arial" panose="020B0604020202020204" pitchFamily="34" charset="0"/>
              <a:buChar char="•"/>
            </a:pPr>
            <a:r>
              <a:rPr lang="en-IN" sz="1400" dirty="0"/>
              <a:t>“I need to reach on time.”</a:t>
            </a:r>
          </a:p>
          <a:p>
            <a:pPr marL="177800" indent="-177800">
              <a:lnSpc>
                <a:spcPct val="102000"/>
              </a:lnSpc>
              <a:spcAft>
                <a:spcPts val="300"/>
              </a:spcAft>
              <a:buSzPct val="100000"/>
              <a:buChar char="•"/>
            </a:pPr>
            <a:endParaRPr lang="en-US" sz="1400" dirty="0"/>
          </a:p>
        </p:txBody>
      </p:sp>
      <p:sp>
        <p:nvSpPr>
          <p:cNvPr id="16" name="Shape 11"/>
          <p:cNvSpPr/>
          <p:nvPr/>
        </p:nvSpPr>
        <p:spPr>
          <a:xfrm>
            <a:off x="457200" y="3703320"/>
            <a:ext cx="5545836" cy="2286000"/>
          </a:xfrm>
          <a:prstGeom prst="roundRect">
            <a:avLst>
              <a:gd name="adj" fmla="val 3200"/>
            </a:avLst>
          </a:prstGeom>
          <a:solidFill>
            <a:srgbClr val="E6F7F1"/>
          </a:solidFill>
          <a:ln w="12700">
            <a:solidFill>
              <a:srgbClr val="E6F7F1"/>
            </a:solidFill>
            <a:prstDash val="solid"/>
          </a:ln>
          <a:effectLst>
            <a:outerShdw blurRad="76200" dist="25400" dir="5400000" algn="bl" rotWithShape="0">
              <a:srgbClr val="8A99A8">
                <a:alpha val="22000"/>
              </a:srgbClr>
            </a:outerShdw>
          </a:effectLst>
        </p:spPr>
      </p:sp>
      <p:sp>
        <p:nvSpPr>
          <p:cNvPr id="17" name="Shape 12"/>
          <p:cNvSpPr/>
          <p:nvPr/>
        </p:nvSpPr>
        <p:spPr>
          <a:xfrm>
            <a:off x="640080" y="3886200"/>
            <a:ext cx="420624" cy="420624"/>
          </a:xfrm>
          <a:prstGeom prst="ellipse">
            <a:avLst/>
          </a:prstGeom>
          <a:solidFill>
            <a:srgbClr val="0CA678"/>
          </a:solidFill>
          <a:ln/>
        </p:spPr>
      </p:sp>
      <p:pic>
        <p:nvPicPr>
          <p:cNvPr id="18" name="Image 3" descr="/home/claude/ameerpet/icons/do.png"/>
          <p:cNvPicPr>
            <a:picLocks noChangeAspect="1"/>
          </p:cNvPicPr>
          <p:nvPr/>
        </p:nvPicPr>
        <p:blipFill>
          <a:blip r:embed="rId5"/>
          <a:stretch>
            <a:fillRect/>
          </a:stretch>
        </p:blipFill>
        <p:spPr>
          <a:xfrm>
            <a:off x="694761" y="3940881"/>
            <a:ext cx="311262" cy="311262"/>
          </a:xfrm>
          <a:prstGeom prst="rect">
            <a:avLst/>
          </a:prstGeom>
        </p:spPr>
      </p:pic>
      <p:sp>
        <p:nvSpPr>
          <p:cNvPr id="19" name="Text 13"/>
          <p:cNvSpPr/>
          <p:nvPr/>
        </p:nvSpPr>
        <p:spPr>
          <a:xfrm>
            <a:off x="1170432" y="3886200"/>
            <a:ext cx="4631436" cy="420624"/>
          </a:xfrm>
          <a:prstGeom prst="rect">
            <a:avLst/>
          </a:prstGeom>
          <a:noFill/>
          <a:ln/>
        </p:spPr>
        <p:txBody>
          <a:bodyPr wrap="square" lIns="0" tIns="0" rIns="0" bIns="0" rtlCol="0" anchor="ctr"/>
          <a:lstStyle/>
          <a:p>
            <a:pPr marL="0" indent="0">
              <a:buNone/>
            </a:pPr>
            <a:r>
              <a:rPr lang="en-US" sz="1600" b="1" kern="0" spc="100" dirty="0">
                <a:solidFill>
                  <a:srgbClr val="0CA678"/>
                </a:solidFill>
                <a:latin typeface="Calibri" pitchFamily="34" charset="0"/>
                <a:ea typeface="Calibri" pitchFamily="34" charset="-122"/>
                <a:cs typeface="Calibri" pitchFamily="34" charset="-120"/>
              </a:rPr>
              <a:t>DOES</a:t>
            </a:r>
            <a:endParaRPr lang="en-US" sz="1600" dirty="0"/>
          </a:p>
        </p:txBody>
      </p:sp>
      <p:sp>
        <p:nvSpPr>
          <p:cNvPr id="20" name="Text 14"/>
          <p:cNvSpPr/>
          <p:nvPr/>
        </p:nvSpPr>
        <p:spPr>
          <a:xfrm>
            <a:off x="685800" y="4416552"/>
            <a:ext cx="5088636" cy="1463040"/>
          </a:xfrm>
          <a:prstGeom prst="rect">
            <a:avLst/>
          </a:prstGeom>
          <a:noFill/>
          <a:ln/>
        </p:spPr>
        <p:txBody>
          <a:bodyPr wrap="square" lIns="0" tIns="0" rIns="0" bIns="0" rtlCol="0" anchor="t"/>
          <a:lstStyle/>
          <a:p>
            <a:pPr marL="285750" lvl="0" indent="-285750">
              <a:buFont typeface="Arial" panose="020B0604020202020204" pitchFamily="34" charset="0"/>
              <a:buChar char="•"/>
            </a:pPr>
            <a:r>
              <a:rPr lang="en-IN" sz="1400" dirty="0"/>
              <a:t>Checks route information on her phone. </a:t>
            </a:r>
          </a:p>
          <a:p>
            <a:pPr marL="285750" lvl="0" indent="-285750">
              <a:buFont typeface="Arial" panose="020B0604020202020204" pitchFamily="34" charset="0"/>
              <a:buChar char="•"/>
            </a:pPr>
            <a:r>
              <a:rPr lang="en-IN" sz="1400" dirty="0"/>
              <a:t>Looks at digital displays and signboards. </a:t>
            </a:r>
          </a:p>
          <a:p>
            <a:pPr marL="285750" lvl="0" indent="-285750">
              <a:buFont typeface="Arial" panose="020B0604020202020204" pitchFamily="34" charset="0"/>
              <a:buChar char="•"/>
            </a:pPr>
            <a:r>
              <a:rPr lang="en-IN" sz="1400" dirty="0"/>
              <a:t>Walks quickly between platforms. </a:t>
            </a:r>
          </a:p>
          <a:p>
            <a:pPr marL="285750" lvl="0" indent="-285750">
              <a:buFont typeface="Arial" panose="020B0604020202020204" pitchFamily="34" charset="0"/>
              <a:buChar char="•"/>
            </a:pPr>
            <a:r>
              <a:rPr lang="en-IN" sz="1400" dirty="0"/>
              <a:t>Follows </a:t>
            </a:r>
            <a:r>
              <a:rPr lang="en-IN" sz="1400" dirty="0" err="1"/>
              <a:t>color</a:t>
            </a:r>
            <a:r>
              <a:rPr lang="en-IN" sz="1400" dirty="0"/>
              <a:t> codes and arrows. </a:t>
            </a:r>
          </a:p>
          <a:p>
            <a:pPr marL="285750" lvl="0" indent="-285750">
              <a:buFont typeface="Arial" panose="020B0604020202020204" pitchFamily="34" charset="0"/>
              <a:buChar char="•"/>
            </a:pPr>
            <a:r>
              <a:rPr lang="en-IN" sz="1400" dirty="0"/>
              <a:t>Follows other commuters when uncertain. </a:t>
            </a:r>
          </a:p>
          <a:p>
            <a:pPr marL="285750" lvl="0" indent="-285750">
              <a:buFont typeface="Arial" panose="020B0604020202020204" pitchFamily="34" charset="0"/>
              <a:buChar char="•"/>
            </a:pPr>
            <a:r>
              <a:rPr lang="en-IN" sz="1400" dirty="0"/>
              <a:t>Asks for help only when necessary.</a:t>
            </a:r>
          </a:p>
          <a:p>
            <a:pPr marL="177800" indent="-177800">
              <a:lnSpc>
                <a:spcPct val="102000"/>
              </a:lnSpc>
              <a:spcAft>
                <a:spcPts val="300"/>
              </a:spcAft>
              <a:buSzPct val="100000"/>
              <a:buChar char="•"/>
            </a:pPr>
            <a:endParaRPr lang="en-US" sz="1400" dirty="0"/>
          </a:p>
        </p:txBody>
      </p:sp>
      <p:sp>
        <p:nvSpPr>
          <p:cNvPr id="21" name="Shape 15"/>
          <p:cNvSpPr/>
          <p:nvPr/>
        </p:nvSpPr>
        <p:spPr>
          <a:xfrm>
            <a:off x="6185916" y="3703320"/>
            <a:ext cx="5545836" cy="2286000"/>
          </a:xfrm>
          <a:prstGeom prst="roundRect">
            <a:avLst>
              <a:gd name="adj" fmla="val 3200"/>
            </a:avLst>
          </a:prstGeom>
          <a:solidFill>
            <a:srgbClr val="FDEEE6"/>
          </a:solidFill>
          <a:ln w="12700">
            <a:solidFill>
              <a:srgbClr val="FDEEE6"/>
            </a:solidFill>
            <a:prstDash val="solid"/>
          </a:ln>
          <a:effectLst>
            <a:outerShdw blurRad="76200" dist="25400" dir="5400000" algn="bl" rotWithShape="0">
              <a:srgbClr val="8A99A8">
                <a:alpha val="22000"/>
              </a:srgbClr>
            </a:outerShdw>
          </a:effectLst>
        </p:spPr>
      </p:sp>
      <p:sp>
        <p:nvSpPr>
          <p:cNvPr id="22" name="Shape 16"/>
          <p:cNvSpPr/>
          <p:nvPr/>
        </p:nvSpPr>
        <p:spPr>
          <a:xfrm>
            <a:off x="6368796" y="3886200"/>
            <a:ext cx="420624" cy="420624"/>
          </a:xfrm>
          <a:prstGeom prst="ellipse">
            <a:avLst/>
          </a:prstGeom>
          <a:solidFill>
            <a:srgbClr val="E8590C"/>
          </a:solidFill>
          <a:ln/>
        </p:spPr>
      </p:sp>
      <p:pic>
        <p:nvPicPr>
          <p:cNvPr id="23" name="Image 4" descr="/home/claude/ameerpet/icons/feel.png"/>
          <p:cNvPicPr>
            <a:picLocks noChangeAspect="1"/>
          </p:cNvPicPr>
          <p:nvPr/>
        </p:nvPicPr>
        <p:blipFill>
          <a:blip r:embed="rId6"/>
          <a:stretch>
            <a:fillRect/>
          </a:stretch>
        </p:blipFill>
        <p:spPr>
          <a:xfrm>
            <a:off x="6423477" y="3940881"/>
            <a:ext cx="311262" cy="311262"/>
          </a:xfrm>
          <a:prstGeom prst="rect">
            <a:avLst/>
          </a:prstGeom>
        </p:spPr>
      </p:pic>
      <p:sp>
        <p:nvSpPr>
          <p:cNvPr id="24" name="Text 17"/>
          <p:cNvSpPr/>
          <p:nvPr/>
        </p:nvSpPr>
        <p:spPr>
          <a:xfrm>
            <a:off x="6899148" y="3886200"/>
            <a:ext cx="4631436" cy="420624"/>
          </a:xfrm>
          <a:prstGeom prst="rect">
            <a:avLst/>
          </a:prstGeom>
          <a:noFill/>
          <a:ln/>
        </p:spPr>
        <p:txBody>
          <a:bodyPr wrap="square" lIns="0" tIns="0" rIns="0" bIns="0" rtlCol="0" anchor="ctr"/>
          <a:lstStyle/>
          <a:p>
            <a:pPr marL="0" indent="0">
              <a:buNone/>
            </a:pPr>
            <a:r>
              <a:rPr lang="en-US" sz="1600" b="1" kern="0" spc="100" dirty="0">
                <a:solidFill>
                  <a:srgbClr val="E8590C"/>
                </a:solidFill>
                <a:latin typeface="Calibri" pitchFamily="34" charset="0"/>
                <a:ea typeface="Calibri" pitchFamily="34" charset="-122"/>
                <a:cs typeface="Calibri" pitchFamily="34" charset="-120"/>
              </a:rPr>
              <a:t>FEELS</a:t>
            </a:r>
            <a:endParaRPr lang="en-US" sz="1600" dirty="0"/>
          </a:p>
        </p:txBody>
      </p:sp>
      <p:sp>
        <p:nvSpPr>
          <p:cNvPr id="25" name="Text 18"/>
          <p:cNvSpPr/>
          <p:nvPr/>
        </p:nvSpPr>
        <p:spPr>
          <a:xfrm>
            <a:off x="6414516" y="4416552"/>
            <a:ext cx="5088636" cy="1463040"/>
          </a:xfrm>
          <a:prstGeom prst="rect">
            <a:avLst/>
          </a:prstGeom>
          <a:noFill/>
          <a:ln/>
        </p:spPr>
        <p:txBody>
          <a:bodyPr wrap="square" lIns="0" tIns="0" rIns="0" bIns="0" rtlCol="0" anchor="t"/>
          <a:lstStyle/>
          <a:p>
            <a:pPr marL="285750" lvl="0" indent="-285750">
              <a:buFont typeface="Arial" panose="020B0604020202020204" pitchFamily="34" charset="0"/>
              <a:buChar char="•"/>
            </a:pPr>
            <a:r>
              <a:rPr lang="en-IN" sz="1400" b="1" dirty="0"/>
              <a:t>Confused</a:t>
            </a:r>
            <a:r>
              <a:rPr lang="en-IN" sz="1400" dirty="0"/>
              <a:t> when seeing multiple directions. </a:t>
            </a:r>
          </a:p>
          <a:p>
            <a:pPr marL="285750" lvl="0" indent="-285750">
              <a:buFont typeface="Arial" panose="020B0604020202020204" pitchFamily="34" charset="0"/>
              <a:buChar char="•"/>
            </a:pPr>
            <a:r>
              <a:rPr lang="en-IN" sz="1400" b="1" dirty="0"/>
              <a:t>Rushed</a:t>
            </a:r>
            <a:r>
              <a:rPr lang="en-IN" sz="1400" dirty="0"/>
              <a:t> because of time pressure. </a:t>
            </a:r>
          </a:p>
          <a:p>
            <a:pPr marL="285750" lvl="0" indent="-285750">
              <a:buFont typeface="Arial" panose="020B0604020202020204" pitchFamily="34" charset="0"/>
              <a:buChar char="•"/>
            </a:pPr>
            <a:r>
              <a:rPr lang="en-IN" sz="1400" b="1" dirty="0"/>
              <a:t>Anxious</a:t>
            </a:r>
            <a:r>
              <a:rPr lang="en-IN" sz="1400" dirty="0"/>
              <a:t> about missing the train. </a:t>
            </a:r>
          </a:p>
          <a:p>
            <a:pPr marL="285750" lvl="0" indent="-285750">
              <a:buFont typeface="Arial" panose="020B0604020202020204" pitchFamily="34" charset="0"/>
              <a:buChar char="•"/>
            </a:pPr>
            <a:r>
              <a:rPr lang="en-IN" sz="1400" b="1" dirty="0"/>
              <a:t>Frustrated</a:t>
            </a:r>
            <a:r>
              <a:rPr lang="en-IN" sz="1400" dirty="0"/>
              <a:t> when she takes a wrong turn. </a:t>
            </a:r>
          </a:p>
          <a:p>
            <a:pPr marL="285750" lvl="0" indent="-285750">
              <a:buFont typeface="Arial" panose="020B0604020202020204" pitchFamily="34" charset="0"/>
              <a:buChar char="•"/>
            </a:pPr>
            <a:r>
              <a:rPr lang="en-IN" sz="1400" b="1" dirty="0"/>
              <a:t>Uncertain</a:t>
            </a:r>
            <a:r>
              <a:rPr lang="en-IN" sz="1400" dirty="0"/>
              <a:t> during the interchange. </a:t>
            </a:r>
          </a:p>
          <a:p>
            <a:pPr marL="285750" lvl="0" indent="-285750">
              <a:buFont typeface="Arial" panose="020B0604020202020204" pitchFamily="34" charset="0"/>
              <a:buChar char="•"/>
            </a:pPr>
            <a:r>
              <a:rPr lang="en-IN" sz="1400" b="1" dirty="0"/>
              <a:t>Confident</a:t>
            </a:r>
            <a:r>
              <a:rPr lang="en-IN" sz="1400" dirty="0"/>
              <a:t> once the correct route is confirmed</a:t>
            </a:r>
            <a:r>
              <a:rPr lang="en-IN" sz="1000" dirty="0"/>
              <a:t>.</a:t>
            </a:r>
          </a:p>
          <a:p>
            <a:pPr marL="177800" indent="-177800">
              <a:lnSpc>
                <a:spcPct val="102000"/>
              </a:lnSpc>
              <a:spcAft>
                <a:spcPts val="300"/>
              </a:spcAft>
              <a:buSzPct val="100000"/>
              <a:buChar char="•"/>
            </a:pPr>
            <a:endParaRPr lang="en-US" sz="1000" dirty="0"/>
          </a:p>
        </p:txBody>
      </p:sp>
      <p:sp>
        <p:nvSpPr>
          <p:cNvPr id="26" name="Shape 19"/>
          <p:cNvSpPr/>
          <p:nvPr/>
        </p:nvSpPr>
        <p:spPr>
          <a:xfrm>
            <a:off x="457200" y="6172200"/>
            <a:ext cx="11274552" cy="502920"/>
          </a:xfrm>
          <a:prstGeom prst="roundRect">
            <a:avLst>
              <a:gd name="adj" fmla="val 14545"/>
            </a:avLst>
          </a:prstGeom>
          <a:solidFill>
            <a:srgbClr val="1E2761"/>
          </a:solidFill>
          <a:ln/>
        </p:spPr>
      </p:sp>
      <p:sp>
        <p:nvSpPr>
          <p:cNvPr id="27" name="Text 20"/>
          <p:cNvSpPr/>
          <p:nvPr/>
        </p:nvSpPr>
        <p:spPr>
          <a:xfrm>
            <a:off x="640080" y="6172200"/>
            <a:ext cx="10908792" cy="502920"/>
          </a:xfrm>
          <a:prstGeom prst="rect">
            <a:avLst/>
          </a:prstGeom>
          <a:noFill/>
          <a:ln/>
        </p:spPr>
        <p:txBody>
          <a:bodyPr wrap="square" lIns="0" tIns="0" rIns="0" bIns="0" rtlCol="0" anchor="ctr"/>
          <a:lstStyle/>
          <a:p>
            <a:pPr marL="0" indent="0" algn="ctr">
              <a:buNone/>
            </a:pPr>
            <a:r>
              <a:rPr lang="en-US" sz="1250" i="1" dirty="0">
                <a:solidFill>
                  <a:srgbClr val="FFFFFF"/>
                </a:solidFill>
                <a:latin typeface="Calibri" pitchFamily="34" charset="0"/>
                <a:ea typeface="Calibri" pitchFamily="34" charset="-122"/>
                <a:cs typeface="Calibri" pitchFamily="34" charset="-120"/>
              </a:rPr>
              <a:t>Passengers need guidance that can be understood within seconds while moving through a crowded interchange.</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22DFDF-7F60-2BCC-ABE4-F3A5B33EB43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E3484A0-F283-F2BB-40BB-DFAABB3573D3}"/>
              </a:ext>
            </a:extLst>
          </p:cNvPr>
          <p:cNvSpPr/>
          <p:nvPr/>
        </p:nvSpPr>
        <p:spPr>
          <a:xfrm>
            <a:off x="449179" y="292608"/>
            <a:ext cx="9601200" cy="502920"/>
          </a:xfrm>
          <a:prstGeom prst="rect">
            <a:avLst/>
          </a:prstGeom>
          <a:noFill/>
          <a:ln/>
        </p:spPr>
        <p:txBody>
          <a:bodyPr wrap="square" lIns="0" tIns="0" rIns="0" bIns="0" rtlCol="0" anchor="ctr"/>
          <a:lstStyle/>
          <a:p>
            <a:pPr marL="0" indent="0" algn="l">
              <a:buNone/>
            </a:pPr>
            <a:r>
              <a:rPr lang="en-US" sz="3000" b="1" dirty="0">
                <a:solidFill>
                  <a:srgbClr val="1E2761"/>
                </a:solidFill>
                <a:latin typeface="Calibri" pitchFamily="34" charset="0"/>
                <a:ea typeface="Calibri" pitchFamily="34" charset="-122"/>
                <a:cs typeface="Calibri" pitchFamily="34" charset="-120"/>
              </a:rPr>
              <a:t>EMPATHY MAPPING-Persona 3</a:t>
            </a:r>
            <a:endParaRPr lang="en-US" sz="3000" dirty="0"/>
          </a:p>
        </p:txBody>
      </p:sp>
      <p:sp>
        <p:nvSpPr>
          <p:cNvPr id="3" name="Text 1">
            <a:extLst>
              <a:ext uri="{FF2B5EF4-FFF2-40B4-BE49-F238E27FC236}">
                <a16:creationId xmlns:a16="http://schemas.microsoft.com/office/drawing/2014/main" id="{43B88694-F7C5-B7BD-D209-803156AF3952}"/>
              </a:ext>
            </a:extLst>
          </p:cNvPr>
          <p:cNvSpPr/>
          <p:nvPr/>
        </p:nvSpPr>
        <p:spPr>
          <a:xfrm>
            <a:off x="457200" y="777240"/>
            <a:ext cx="9875520" cy="365760"/>
          </a:xfrm>
          <a:prstGeom prst="rect">
            <a:avLst/>
          </a:prstGeom>
          <a:noFill/>
          <a:ln/>
        </p:spPr>
        <p:txBody>
          <a:bodyPr wrap="square" lIns="0" tIns="0" rIns="0" bIns="0" rtlCol="0" anchor="ctr"/>
          <a:lstStyle/>
          <a:p>
            <a:pPr marL="0" indent="0" algn="l">
              <a:buNone/>
            </a:pPr>
            <a:r>
              <a:rPr lang="en-US" sz="1500" i="1" dirty="0">
                <a:solidFill>
                  <a:srgbClr val="085A68"/>
                </a:solidFill>
                <a:latin typeface="Calibri" pitchFamily="34" charset="0"/>
                <a:ea typeface="Calibri" pitchFamily="34" charset="-122"/>
                <a:cs typeface="Calibri" pitchFamily="34" charset="-120"/>
              </a:rPr>
              <a:t>What Our Users Say, Think, Do &amp; Feel</a:t>
            </a:r>
            <a:endParaRPr lang="en-US" sz="1500" dirty="0"/>
          </a:p>
        </p:txBody>
      </p:sp>
      <p:sp>
        <p:nvSpPr>
          <p:cNvPr id="4" name="Shape 2">
            <a:extLst>
              <a:ext uri="{FF2B5EF4-FFF2-40B4-BE49-F238E27FC236}">
                <a16:creationId xmlns:a16="http://schemas.microsoft.com/office/drawing/2014/main" id="{1BB35DC9-48A6-05F9-829D-BBD52EBF5168}"/>
              </a:ext>
            </a:extLst>
          </p:cNvPr>
          <p:cNvSpPr/>
          <p:nvPr/>
        </p:nvSpPr>
        <p:spPr>
          <a:xfrm>
            <a:off x="11109960" y="320040"/>
            <a:ext cx="621792" cy="621792"/>
          </a:xfrm>
          <a:prstGeom prst="ellipse">
            <a:avLst/>
          </a:prstGeom>
          <a:solidFill>
            <a:srgbClr val="0B7285"/>
          </a:solidFill>
          <a:ln/>
        </p:spPr>
      </p:sp>
      <p:pic>
        <p:nvPicPr>
          <p:cNvPr id="5" name="Image 0" descr="/home/claude/ameerpet/icons/think.png">
            <a:extLst>
              <a:ext uri="{FF2B5EF4-FFF2-40B4-BE49-F238E27FC236}">
                <a16:creationId xmlns:a16="http://schemas.microsoft.com/office/drawing/2014/main" id="{B7A056E2-C2A2-B6CB-4044-2739FC4421F8}"/>
              </a:ext>
            </a:extLst>
          </p:cNvPr>
          <p:cNvPicPr>
            <a:picLocks noChangeAspect="1"/>
          </p:cNvPicPr>
          <p:nvPr/>
        </p:nvPicPr>
        <p:blipFill>
          <a:blip r:embed="rId3"/>
          <a:stretch>
            <a:fillRect/>
          </a:stretch>
        </p:blipFill>
        <p:spPr>
          <a:xfrm>
            <a:off x="11190793" y="400873"/>
            <a:ext cx="460126" cy="460126"/>
          </a:xfrm>
          <a:prstGeom prst="rect">
            <a:avLst/>
          </a:prstGeom>
        </p:spPr>
      </p:pic>
      <p:sp>
        <p:nvSpPr>
          <p:cNvPr id="6" name="Shape 3">
            <a:extLst>
              <a:ext uri="{FF2B5EF4-FFF2-40B4-BE49-F238E27FC236}">
                <a16:creationId xmlns:a16="http://schemas.microsoft.com/office/drawing/2014/main" id="{230ED999-5056-B767-1544-85A55B23A27F}"/>
              </a:ext>
            </a:extLst>
          </p:cNvPr>
          <p:cNvSpPr/>
          <p:nvPr/>
        </p:nvSpPr>
        <p:spPr>
          <a:xfrm>
            <a:off x="449179" y="1271016"/>
            <a:ext cx="5545836" cy="2286000"/>
          </a:xfrm>
          <a:prstGeom prst="roundRect">
            <a:avLst>
              <a:gd name="adj" fmla="val 3200"/>
            </a:avLst>
          </a:prstGeom>
          <a:solidFill>
            <a:srgbClr val="E9F4F5"/>
          </a:solidFill>
          <a:ln w="12700">
            <a:solidFill>
              <a:srgbClr val="E9F4F5"/>
            </a:solidFill>
            <a:prstDash val="solid"/>
          </a:ln>
          <a:effectLst>
            <a:outerShdw blurRad="76200" dist="25400" dir="5400000" algn="bl" rotWithShape="0">
              <a:srgbClr val="8A99A8">
                <a:alpha val="22000"/>
              </a:srgbClr>
            </a:outerShdw>
          </a:effectLst>
        </p:spPr>
      </p:sp>
      <p:sp>
        <p:nvSpPr>
          <p:cNvPr id="7" name="Shape 4">
            <a:extLst>
              <a:ext uri="{FF2B5EF4-FFF2-40B4-BE49-F238E27FC236}">
                <a16:creationId xmlns:a16="http://schemas.microsoft.com/office/drawing/2014/main" id="{657FBD22-707D-2C44-F4DA-6FC353C246E4}"/>
              </a:ext>
            </a:extLst>
          </p:cNvPr>
          <p:cNvSpPr/>
          <p:nvPr/>
        </p:nvSpPr>
        <p:spPr>
          <a:xfrm>
            <a:off x="640080" y="1417320"/>
            <a:ext cx="420624" cy="420624"/>
          </a:xfrm>
          <a:prstGeom prst="ellipse">
            <a:avLst/>
          </a:prstGeom>
          <a:solidFill>
            <a:srgbClr val="0B7285"/>
          </a:solidFill>
          <a:ln/>
        </p:spPr>
      </p:sp>
      <p:pic>
        <p:nvPicPr>
          <p:cNvPr id="8" name="Image 1" descr="/home/claude/ameerpet/icons/say.png">
            <a:extLst>
              <a:ext uri="{FF2B5EF4-FFF2-40B4-BE49-F238E27FC236}">
                <a16:creationId xmlns:a16="http://schemas.microsoft.com/office/drawing/2014/main" id="{C2D5E514-E4CD-E2BA-8984-C4BE51892FF3}"/>
              </a:ext>
            </a:extLst>
          </p:cNvPr>
          <p:cNvPicPr>
            <a:picLocks noChangeAspect="1"/>
          </p:cNvPicPr>
          <p:nvPr/>
        </p:nvPicPr>
        <p:blipFill>
          <a:blip r:embed="rId4"/>
          <a:stretch>
            <a:fillRect/>
          </a:stretch>
        </p:blipFill>
        <p:spPr>
          <a:xfrm>
            <a:off x="694761" y="1472001"/>
            <a:ext cx="311262" cy="311262"/>
          </a:xfrm>
          <a:prstGeom prst="rect">
            <a:avLst/>
          </a:prstGeom>
        </p:spPr>
      </p:pic>
      <p:sp>
        <p:nvSpPr>
          <p:cNvPr id="9" name="Text 5">
            <a:extLst>
              <a:ext uri="{FF2B5EF4-FFF2-40B4-BE49-F238E27FC236}">
                <a16:creationId xmlns:a16="http://schemas.microsoft.com/office/drawing/2014/main" id="{CA5A3820-E731-B069-7F17-3838C1D3918E}"/>
              </a:ext>
            </a:extLst>
          </p:cNvPr>
          <p:cNvSpPr/>
          <p:nvPr/>
        </p:nvSpPr>
        <p:spPr>
          <a:xfrm>
            <a:off x="1170432" y="1417320"/>
            <a:ext cx="4631436" cy="420624"/>
          </a:xfrm>
          <a:prstGeom prst="rect">
            <a:avLst/>
          </a:prstGeom>
          <a:noFill/>
          <a:ln/>
        </p:spPr>
        <p:txBody>
          <a:bodyPr wrap="square" lIns="0" tIns="0" rIns="0" bIns="0" rtlCol="0" anchor="ctr"/>
          <a:lstStyle/>
          <a:p>
            <a:pPr marL="0" indent="0">
              <a:buNone/>
            </a:pPr>
            <a:r>
              <a:rPr lang="en-US" sz="1600" b="1" kern="0" spc="100" dirty="0">
                <a:solidFill>
                  <a:srgbClr val="0B7285"/>
                </a:solidFill>
                <a:latin typeface="Calibri" pitchFamily="34" charset="0"/>
                <a:ea typeface="Calibri" pitchFamily="34" charset="-122"/>
                <a:cs typeface="Calibri" pitchFamily="34" charset="-120"/>
              </a:rPr>
              <a:t>SAYS</a:t>
            </a:r>
            <a:endParaRPr lang="en-US" sz="1600" dirty="0"/>
          </a:p>
        </p:txBody>
      </p:sp>
      <p:sp>
        <p:nvSpPr>
          <p:cNvPr id="10" name="Text 6">
            <a:extLst>
              <a:ext uri="{FF2B5EF4-FFF2-40B4-BE49-F238E27FC236}">
                <a16:creationId xmlns:a16="http://schemas.microsoft.com/office/drawing/2014/main" id="{5BE1B0DC-D4D1-B340-9313-35CF1DF07E8B}"/>
              </a:ext>
            </a:extLst>
          </p:cNvPr>
          <p:cNvSpPr/>
          <p:nvPr/>
        </p:nvSpPr>
        <p:spPr>
          <a:xfrm>
            <a:off x="685800" y="1947672"/>
            <a:ext cx="5088636" cy="1463040"/>
          </a:xfrm>
          <a:prstGeom prst="rect">
            <a:avLst/>
          </a:prstGeom>
          <a:noFill/>
          <a:ln/>
        </p:spPr>
        <p:txBody>
          <a:bodyPr wrap="square" lIns="0" tIns="0" rIns="0" bIns="0" rtlCol="0" anchor="t"/>
          <a:lstStyle/>
          <a:p>
            <a:pPr marL="285750" lvl="0" indent="-285750">
              <a:buFont typeface="Arial" panose="020B0604020202020204" pitchFamily="34" charset="0"/>
              <a:buChar char="•"/>
            </a:pPr>
            <a:r>
              <a:rPr lang="en-IN" sz="1600" dirty="0"/>
              <a:t>“Where is the nearest lift?” </a:t>
            </a:r>
          </a:p>
          <a:p>
            <a:pPr marL="285750" lvl="0" indent="-285750">
              <a:buFont typeface="Arial" panose="020B0604020202020204" pitchFamily="34" charset="0"/>
              <a:buChar char="•"/>
            </a:pPr>
            <a:r>
              <a:rPr lang="en-IN" sz="1600" dirty="0"/>
              <a:t>“Is there a shorter route?” </a:t>
            </a:r>
          </a:p>
          <a:p>
            <a:pPr marL="285750" lvl="0" indent="-285750">
              <a:buFont typeface="Arial" panose="020B0604020202020204" pitchFamily="34" charset="0"/>
              <a:buChar char="•"/>
            </a:pPr>
            <a:r>
              <a:rPr lang="en-IN" sz="1600" dirty="0"/>
              <a:t>“Can I avoid the stairs?” </a:t>
            </a:r>
          </a:p>
          <a:p>
            <a:pPr marL="285750" lvl="0" indent="-285750">
              <a:buFont typeface="Arial" panose="020B0604020202020204" pitchFamily="34" charset="0"/>
              <a:buChar char="•"/>
            </a:pPr>
            <a:r>
              <a:rPr lang="en-IN" sz="1600" dirty="0"/>
              <a:t>“Which platform should I go to?” </a:t>
            </a:r>
          </a:p>
          <a:p>
            <a:pPr marL="285750" lvl="0" indent="-285750">
              <a:buFont typeface="Arial" panose="020B0604020202020204" pitchFamily="34" charset="0"/>
              <a:buChar char="•"/>
            </a:pPr>
            <a:r>
              <a:rPr lang="en-IN" sz="1600" dirty="0"/>
              <a:t>“Is there an easier way with my luggage?”</a:t>
            </a:r>
          </a:p>
          <a:p>
            <a:pPr marL="177800" indent="-177800">
              <a:lnSpc>
                <a:spcPct val="102000"/>
              </a:lnSpc>
              <a:spcAft>
                <a:spcPts val="300"/>
              </a:spcAft>
              <a:buSzPct val="100000"/>
              <a:buChar char="•"/>
            </a:pPr>
            <a:endParaRPr lang="en-US" sz="1600" dirty="0"/>
          </a:p>
        </p:txBody>
      </p:sp>
      <p:sp>
        <p:nvSpPr>
          <p:cNvPr id="11" name="Shape 7">
            <a:extLst>
              <a:ext uri="{FF2B5EF4-FFF2-40B4-BE49-F238E27FC236}">
                <a16:creationId xmlns:a16="http://schemas.microsoft.com/office/drawing/2014/main" id="{27CA3C09-1E59-0BF1-08CA-1E276DA370D5}"/>
              </a:ext>
            </a:extLst>
          </p:cNvPr>
          <p:cNvSpPr/>
          <p:nvPr/>
        </p:nvSpPr>
        <p:spPr>
          <a:xfrm>
            <a:off x="6185916" y="1234440"/>
            <a:ext cx="5545836" cy="2286000"/>
          </a:xfrm>
          <a:prstGeom prst="roundRect">
            <a:avLst>
              <a:gd name="adj" fmla="val 3200"/>
            </a:avLst>
          </a:prstGeom>
          <a:solidFill>
            <a:srgbClr val="EAEBF5"/>
          </a:solidFill>
          <a:ln w="12700">
            <a:solidFill>
              <a:srgbClr val="EAEBF5"/>
            </a:solidFill>
            <a:prstDash val="solid"/>
          </a:ln>
          <a:effectLst>
            <a:outerShdw blurRad="76200" dist="25400" dir="5400000" algn="bl" rotWithShape="0">
              <a:srgbClr val="8A99A8">
                <a:alpha val="22000"/>
              </a:srgbClr>
            </a:outerShdw>
          </a:effectLst>
        </p:spPr>
      </p:sp>
      <p:sp>
        <p:nvSpPr>
          <p:cNvPr id="12" name="Shape 8">
            <a:extLst>
              <a:ext uri="{FF2B5EF4-FFF2-40B4-BE49-F238E27FC236}">
                <a16:creationId xmlns:a16="http://schemas.microsoft.com/office/drawing/2014/main" id="{164DADA7-B589-C7E3-02BA-709EEAACC9CE}"/>
              </a:ext>
            </a:extLst>
          </p:cNvPr>
          <p:cNvSpPr/>
          <p:nvPr/>
        </p:nvSpPr>
        <p:spPr>
          <a:xfrm>
            <a:off x="6368796" y="1417320"/>
            <a:ext cx="420624" cy="420624"/>
          </a:xfrm>
          <a:prstGeom prst="ellipse">
            <a:avLst/>
          </a:prstGeom>
          <a:solidFill>
            <a:srgbClr val="1E2761"/>
          </a:solidFill>
          <a:ln/>
        </p:spPr>
      </p:sp>
      <p:pic>
        <p:nvPicPr>
          <p:cNvPr id="13" name="Image 2" descr="/home/claude/ameerpet/icons/think.png">
            <a:extLst>
              <a:ext uri="{FF2B5EF4-FFF2-40B4-BE49-F238E27FC236}">
                <a16:creationId xmlns:a16="http://schemas.microsoft.com/office/drawing/2014/main" id="{211987CB-43C6-9C83-866D-BACE1FC867FE}"/>
              </a:ext>
            </a:extLst>
          </p:cNvPr>
          <p:cNvPicPr>
            <a:picLocks noChangeAspect="1"/>
          </p:cNvPicPr>
          <p:nvPr/>
        </p:nvPicPr>
        <p:blipFill>
          <a:blip r:embed="rId3"/>
          <a:stretch>
            <a:fillRect/>
          </a:stretch>
        </p:blipFill>
        <p:spPr>
          <a:xfrm>
            <a:off x="6423477" y="1472001"/>
            <a:ext cx="311262" cy="311262"/>
          </a:xfrm>
          <a:prstGeom prst="rect">
            <a:avLst/>
          </a:prstGeom>
        </p:spPr>
      </p:pic>
      <p:sp>
        <p:nvSpPr>
          <p:cNvPr id="14" name="Text 9">
            <a:extLst>
              <a:ext uri="{FF2B5EF4-FFF2-40B4-BE49-F238E27FC236}">
                <a16:creationId xmlns:a16="http://schemas.microsoft.com/office/drawing/2014/main" id="{266444F4-2C28-962C-BD4F-03C3F87D1A6A}"/>
              </a:ext>
            </a:extLst>
          </p:cNvPr>
          <p:cNvSpPr/>
          <p:nvPr/>
        </p:nvSpPr>
        <p:spPr>
          <a:xfrm>
            <a:off x="6899148" y="1417320"/>
            <a:ext cx="4631436" cy="420624"/>
          </a:xfrm>
          <a:prstGeom prst="rect">
            <a:avLst/>
          </a:prstGeom>
          <a:noFill/>
          <a:ln/>
        </p:spPr>
        <p:txBody>
          <a:bodyPr wrap="square" lIns="0" tIns="0" rIns="0" bIns="0" rtlCol="0" anchor="ctr"/>
          <a:lstStyle/>
          <a:p>
            <a:pPr marL="0" indent="0">
              <a:buNone/>
            </a:pPr>
            <a:r>
              <a:rPr lang="en-US" sz="1600" b="1" kern="0" spc="100" dirty="0">
                <a:solidFill>
                  <a:srgbClr val="1E2761"/>
                </a:solidFill>
                <a:latin typeface="Calibri" pitchFamily="34" charset="0"/>
                <a:ea typeface="Calibri" pitchFamily="34" charset="-122"/>
                <a:cs typeface="Calibri" pitchFamily="34" charset="-120"/>
              </a:rPr>
              <a:t>THINKS</a:t>
            </a:r>
            <a:endParaRPr lang="en-US" sz="1600" dirty="0"/>
          </a:p>
        </p:txBody>
      </p:sp>
      <p:sp>
        <p:nvSpPr>
          <p:cNvPr id="15" name="Text 10">
            <a:extLst>
              <a:ext uri="{FF2B5EF4-FFF2-40B4-BE49-F238E27FC236}">
                <a16:creationId xmlns:a16="http://schemas.microsoft.com/office/drawing/2014/main" id="{52D64E52-7CA0-0E23-A4FD-6FB2851DCEA4}"/>
              </a:ext>
            </a:extLst>
          </p:cNvPr>
          <p:cNvSpPr/>
          <p:nvPr/>
        </p:nvSpPr>
        <p:spPr>
          <a:xfrm>
            <a:off x="6414516" y="1947672"/>
            <a:ext cx="5088636" cy="1463040"/>
          </a:xfrm>
          <a:prstGeom prst="rect">
            <a:avLst/>
          </a:prstGeom>
          <a:noFill/>
          <a:ln/>
        </p:spPr>
        <p:txBody>
          <a:bodyPr wrap="square" lIns="0" tIns="0" rIns="0" bIns="0" rtlCol="0" anchor="t"/>
          <a:lstStyle/>
          <a:p>
            <a:pPr marL="285750" lvl="0" indent="-285750">
              <a:buFont typeface="Arial" panose="020B0604020202020204" pitchFamily="34" charset="0"/>
              <a:buChar char="•"/>
            </a:pPr>
            <a:r>
              <a:rPr lang="en-IN" sz="1400" dirty="0"/>
              <a:t>“I don't want to carry my luggage too far.” </a:t>
            </a:r>
          </a:p>
          <a:p>
            <a:pPr marL="285750" lvl="0" indent="-285750">
              <a:buFont typeface="Arial" panose="020B0604020202020204" pitchFamily="34" charset="0"/>
              <a:buChar char="•"/>
            </a:pPr>
            <a:r>
              <a:rPr lang="en-IN" sz="1400" dirty="0"/>
              <a:t>“I hope I don't have to walk back.” </a:t>
            </a:r>
          </a:p>
          <a:p>
            <a:pPr marL="285750" lvl="0" indent="-285750">
              <a:buFont typeface="Arial" panose="020B0604020202020204" pitchFamily="34" charset="0"/>
              <a:buChar char="•"/>
            </a:pPr>
            <a:r>
              <a:rPr lang="en-IN" sz="1400" dirty="0"/>
              <a:t>“Where is the nearest lift or escalator?” </a:t>
            </a:r>
          </a:p>
          <a:p>
            <a:pPr marL="285750" lvl="0" indent="-285750">
              <a:buFont typeface="Arial" panose="020B0604020202020204" pitchFamily="34" charset="0"/>
              <a:buChar char="•"/>
            </a:pPr>
            <a:r>
              <a:rPr lang="en-IN" sz="1400" dirty="0"/>
              <a:t>“This crowd is difficult to move through.” </a:t>
            </a:r>
          </a:p>
          <a:p>
            <a:pPr marL="285750" lvl="0" indent="-285750">
              <a:buFont typeface="Arial" panose="020B0604020202020204" pitchFamily="34" charset="0"/>
              <a:buChar char="•"/>
            </a:pPr>
            <a:r>
              <a:rPr lang="en-IN" sz="1400" dirty="0"/>
              <a:t>“I need to reach the platform on time.”</a:t>
            </a:r>
          </a:p>
          <a:p>
            <a:pPr marL="177800" indent="-177800">
              <a:lnSpc>
                <a:spcPct val="102000"/>
              </a:lnSpc>
              <a:spcAft>
                <a:spcPts val="300"/>
              </a:spcAft>
              <a:buSzPct val="100000"/>
              <a:buChar char="•"/>
            </a:pPr>
            <a:endParaRPr lang="en-US" sz="1400" dirty="0"/>
          </a:p>
        </p:txBody>
      </p:sp>
      <p:sp>
        <p:nvSpPr>
          <p:cNvPr id="16" name="Shape 11">
            <a:extLst>
              <a:ext uri="{FF2B5EF4-FFF2-40B4-BE49-F238E27FC236}">
                <a16:creationId xmlns:a16="http://schemas.microsoft.com/office/drawing/2014/main" id="{7EC94FBC-A7B3-DB23-CDD5-F8B6D98893E5}"/>
              </a:ext>
            </a:extLst>
          </p:cNvPr>
          <p:cNvSpPr/>
          <p:nvPr/>
        </p:nvSpPr>
        <p:spPr>
          <a:xfrm>
            <a:off x="457200" y="3703320"/>
            <a:ext cx="5545836" cy="2286000"/>
          </a:xfrm>
          <a:prstGeom prst="roundRect">
            <a:avLst>
              <a:gd name="adj" fmla="val 3200"/>
            </a:avLst>
          </a:prstGeom>
          <a:solidFill>
            <a:srgbClr val="E6F7F1"/>
          </a:solidFill>
          <a:ln w="12700">
            <a:solidFill>
              <a:srgbClr val="E6F7F1"/>
            </a:solidFill>
            <a:prstDash val="solid"/>
          </a:ln>
          <a:effectLst>
            <a:outerShdw blurRad="76200" dist="25400" dir="5400000" algn="bl" rotWithShape="0">
              <a:srgbClr val="8A99A8">
                <a:alpha val="22000"/>
              </a:srgbClr>
            </a:outerShdw>
          </a:effectLst>
        </p:spPr>
      </p:sp>
      <p:sp>
        <p:nvSpPr>
          <p:cNvPr id="17" name="Shape 12">
            <a:extLst>
              <a:ext uri="{FF2B5EF4-FFF2-40B4-BE49-F238E27FC236}">
                <a16:creationId xmlns:a16="http://schemas.microsoft.com/office/drawing/2014/main" id="{EA6F0FA1-4A3D-93FE-3828-1A304D4AF724}"/>
              </a:ext>
            </a:extLst>
          </p:cNvPr>
          <p:cNvSpPr/>
          <p:nvPr/>
        </p:nvSpPr>
        <p:spPr>
          <a:xfrm>
            <a:off x="640080" y="3886200"/>
            <a:ext cx="420624" cy="420624"/>
          </a:xfrm>
          <a:prstGeom prst="ellipse">
            <a:avLst/>
          </a:prstGeom>
          <a:solidFill>
            <a:srgbClr val="0CA678"/>
          </a:solidFill>
          <a:ln/>
        </p:spPr>
      </p:sp>
      <p:pic>
        <p:nvPicPr>
          <p:cNvPr id="18" name="Image 3" descr="/home/claude/ameerpet/icons/do.png">
            <a:extLst>
              <a:ext uri="{FF2B5EF4-FFF2-40B4-BE49-F238E27FC236}">
                <a16:creationId xmlns:a16="http://schemas.microsoft.com/office/drawing/2014/main" id="{B4BE7449-4C06-DC5C-E839-737AD99D6D7B}"/>
              </a:ext>
            </a:extLst>
          </p:cNvPr>
          <p:cNvPicPr>
            <a:picLocks noChangeAspect="1"/>
          </p:cNvPicPr>
          <p:nvPr/>
        </p:nvPicPr>
        <p:blipFill>
          <a:blip r:embed="rId5"/>
          <a:stretch>
            <a:fillRect/>
          </a:stretch>
        </p:blipFill>
        <p:spPr>
          <a:xfrm>
            <a:off x="694761" y="3940881"/>
            <a:ext cx="311262" cy="311262"/>
          </a:xfrm>
          <a:prstGeom prst="rect">
            <a:avLst/>
          </a:prstGeom>
        </p:spPr>
      </p:pic>
      <p:sp>
        <p:nvSpPr>
          <p:cNvPr id="19" name="Text 13">
            <a:extLst>
              <a:ext uri="{FF2B5EF4-FFF2-40B4-BE49-F238E27FC236}">
                <a16:creationId xmlns:a16="http://schemas.microsoft.com/office/drawing/2014/main" id="{9808F795-1A9D-7549-B01F-EDAD77F8A059}"/>
              </a:ext>
            </a:extLst>
          </p:cNvPr>
          <p:cNvSpPr/>
          <p:nvPr/>
        </p:nvSpPr>
        <p:spPr>
          <a:xfrm>
            <a:off x="1170432" y="3886200"/>
            <a:ext cx="4631436" cy="420624"/>
          </a:xfrm>
          <a:prstGeom prst="rect">
            <a:avLst/>
          </a:prstGeom>
          <a:noFill/>
          <a:ln/>
        </p:spPr>
        <p:txBody>
          <a:bodyPr wrap="square" lIns="0" tIns="0" rIns="0" bIns="0" rtlCol="0" anchor="ctr"/>
          <a:lstStyle/>
          <a:p>
            <a:pPr marL="0" indent="0">
              <a:buNone/>
            </a:pPr>
            <a:r>
              <a:rPr lang="en-US" sz="1600" b="1" kern="0" spc="100" dirty="0">
                <a:solidFill>
                  <a:srgbClr val="0CA678"/>
                </a:solidFill>
                <a:latin typeface="Calibri" pitchFamily="34" charset="0"/>
                <a:ea typeface="Calibri" pitchFamily="34" charset="-122"/>
                <a:cs typeface="Calibri" pitchFamily="34" charset="-120"/>
              </a:rPr>
              <a:t>DOES</a:t>
            </a:r>
            <a:endParaRPr lang="en-US" sz="1600" dirty="0"/>
          </a:p>
        </p:txBody>
      </p:sp>
      <p:sp>
        <p:nvSpPr>
          <p:cNvPr id="20" name="Text 14">
            <a:extLst>
              <a:ext uri="{FF2B5EF4-FFF2-40B4-BE49-F238E27FC236}">
                <a16:creationId xmlns:a16="http://schemas.microsoft.com/office/drawing/2014/main" id="{6C5A2B45-C6E9-FA61-7C24-1F225D516F4E}"/>
              </a:ext>
            </a:extLst>
          </p:cNvPr>
          <p:cNvSpPr/>
          <p:nvPr/>
        </p:nvSpPr>
        <p:spPr>
          <a:xfrm>
            <a:off x="685800" y="4416552"/>
            <a:ext cx="5088636" cy="1463040"/>
          </a:xfrm>
          <a:prstGeom prst="rect">
            <a:avLst/>
          </a:prstGeom>
          <a:noFill/>
          <a:ln/>
        </p:spPr>
        <p:txBody>
          <a:bodyPr wrap="square" lIns="0" tIns="0" rIns="0" bIns="0" rtlCol="0" anchor="t"/>
          <a:lstStyle/>
          <a:p>
            <a:pPr marL="285750" lvl="0" indent="-285750">
              <a:buFont typeface="Arial" panose="020B0604020202020204" pitchFamily="34" charset="0"/>
              <a:buChar char="•"/>
            </a:pPr>
            <a:r>
              <a:rPr lang="en-IN" sz="1400" dirty="0"/>
              <a:t>Searches for lifts and escalators. </a:t>
            </a:r>
          </a:p>
          <a:p>
            <a:pPr marL="285750" lvl="0" indent="-285750">
              <a:buFont typeface="Arial" panose="020B0604020202020204" pitchFamily="34" charset="0"/>
              <a:buChar char="•"/>
            </a:pPr>
            <a:r>
              <a:rPr lang="en-IN" sz="1400" dirty="0"/>
              <a:t>Avoids stairs whenever possible. </a:t>
            </a:r>
          </a:p>
          <a:p>
            <a:pPr marL="285750" lvl="0" indent="-285750">
              <a:buFont typeface="Arial" panose="020B0604020202020204" pitchFamily="34" charset="0"/>
              <a:buChar char="•"/>
            </a:pPr>
            <a:r>
              <a:rPr lang="en-IN" sz="1400" dirty="0"/>
              <a:t>Moves slowly through crowded areas. </a:t>
            </a:r>
          </a:p>
          <a:p>
            <a:pPr marL="285750" lvl="0" indent="-285750">
              <a:buFont typeface="Arial" panose="020B0604020202020204" pitchFamily="34" charset="0"/>
              <a:buChar char="•"/>
            </a:pPr>
            <a:r>
              <a:rPr lang="en-IN" sz="1400" dirty="0"/>
              <a:t>Checks signs before choosing a route. </a:t>
            </a:r>
          </a:p>
          <a:p>
            <a:pPr marL="285750" lvl="0" indent="-285750">
              <a:buFont typeface="Arial" panose="020B0604020202020204" pitchFamily="34" charset="0"/>
              <a:buChar char="•"/>
            </a:pPr>
            <a:r>
              <a:rPr lang="en-IN" sz="1400" dirty="0"/>
              <a:t>Looks for the shortest path. </a:t>
            </a:r>
          </a:p>
          <a:p>
            <a:pPr marL="285750" lvl="0" indent="-285750">
              <a:buFont typeface="Arial" panose="020B0604020202020204" pitchFamily="34" charset="0"/>
              <a:buChar char="•"/>
            </a:pPr>
            <a:r>
              <a:rPr lang="en-IN" sz="1400" dirty="0"/>
              <a:t>Asks staff for accessible directions when required</a:t>
            </a:r>
          </a:p>
          <a:p>
            <a:pPr marL="177800" indent="-177800">
              <a:lnSpc>
                <a:spcPct val="102000"/>
              </a:lnSpc>
              <a:spcAft>
                <a:spcPts val="300"/>
              </a:spcAft>
              <a:buSzPct val="100000"/>
              <a:buChar char="•"/>
            </a:pPr>
            <a:endParaRPr lang="en-US" sz="1400" dirty="0"/>
          </a:p>
        </p:txBody>
      </p:sp>
      <p:sp>
        <p:nvSpPr>
          <p:cNvPr id="21" name="Shape 15">
            <a:extLst>
              <a:ext uri="{FF2B5EF4-FFF2-40B4-BE49-F238E27FC236}">
                <a16:creationId xmlns:a16="http://schemas.microsoft.com/office/drawing/2014/main" id="{3A720B60-00CE-3A64-D249-D29E1F5BC860}"/>
              </a:ext>
            </a:extLst>
          </p:cNvPr>
          <p:cNvSpPr/>
          <p:nvPr/>
        </p:nvSpPr>
        <p:spPr>
          <a:xfrm>
            <a:off x="6185916" y="3703320"/>
            <a:ext cx="5545836" cy="2286000"/>
          </a:xfrm>
          <a:prstGeom prst="roundRect">
            <a:avLst>
              <a:gd name="adj" fmla="val 3200"/>
            </a:avLst>
          </a:prstGeom>
          <a:solidFill>
            <a:srgbClr val="FDEEE6"/>
          </a:solidFill>
          <a:ln w="12700">
            <a:solidFill>
              <a:srgbClr val="FDEEE6"/>
            </a:solidFill>
            <a:prstDash val="solid"/>
          </a:ln>
          <a:effectLst>
            <a:outerShdw blurRad="76200" dist="25400" dir="5400000" algn="bl" rotWithShape="0">
              <a:srgbClr val="8A99A8">
                <a:alpha val="22000"/>
              </a:srgbClr>
            </a:outerShdw>
          </a:effectLst>
        </p:spPr>
      </p:sp>
      <p:sp>
        <p:nvSpPr>
          <p:cNvPr id="22" name="Shape 16">
            <a:extLst>
              <a:ext uri="{FF2B5EF4-FFF2-40B4-BE49-F238E27FC236}">
                <a16:creationId xmlns:a16="http://schemas.microsoft.com/office/drawing/2014/main" id="{3DA70912-9988-6D74-A591-57E245B29889}"/>
              </a:ext>
            </a:extLst>
          </p:cNvPr>
          <p:cNvSpPr/>
          <p:nvPr/>
        </p:nvSpPr>
        <p:spPr>
          <a:xfrm>
            <a:off x="6368796" y="3886200"/>
            <a:ext cx="420624" cy="420624"/>
          </a:xfrm>
          <a:prstGeom prst="ellipse">
            <a:avLst/>
          </a:prstGeom>
          <a:solidFill>
            <a:srgbClr val="E8590C"/>
          </a:solidFill>
          <a:ln/>
        </p:spPr>
      </p:sp>
      <p:pic>
        <p:nvPicPr>
          <p:cNvPr id="23" name="Image 4" descr="/home/claude/ameerpet/icons/feel.png">
            <a:extLst>
              <a:ext uri="{FF2B5EF4-FFF2-40B4-BE49-F238E27FC236}">
                <a16:creationId xmlns:a16="http://schemas.microsoft.com/office/drawing/2014/main" id="{EEFC4F0E-3FC1-FC94-E43F-36C4F225742A}"/>
              </a:ext>
            </a:extLst>
          </p:cNvPr>
          <p:cNvPicPr>
            <a:picLocks noChangeAspect="1"/>
          </p:cNvPicPr>
          <p:nvPr/>
        </p:nvPicPr>
        <p:blipFill>
          <a:blip r:embed="rId6"/>
          <a:stretch>
            <a:fillRect/>
          </a:stretch>
        </p:blipFill>
        <p:spPr>
          <a:xfrm>
            <a:off x="6423477" y="3940881"/>
            <a:ext cx="311262" cy="311262"/>
          </a:xfrm>
          <a:prstGeom prst="rect">
            <a:avLst/>
          </a:prstGeom>
        </p:spPr>
      </p:pic>
      <p:sp>
        <p:nvSpPr>
          <p:cNvPr id="24" name="Text 17">
            <a:extLst>
              <a:ext uri="{FF2B5EF4-FFF2-40B4-BE49-F238E27FC236}">
                <a16:creationId xmlns:a16="http://schemas.microsoft.com/office/drawing/2014/main" id="{1267C67A-43F2-F075-553B-0EB38E13982D}"/>
              </a:ext>
            </a:extLst>
          </p:cNvPr>
          <p:cNvSpPr/>
          <p:nvPr/>
        </p:nvSpPr>
        <p:spPr>
          <a:xfrm>
            <a:off x="6899148" y="3886200"/>
            <a:ext cx="4631436" cy="420624"/>
          </a:xfrm>
          <a:prstGeom prst="rect">
            <a:avLst/>
          </a:prstGeom>
          <a:noFill/>
          <a:ln/>
        </p:spPr>
        <p:txBody>
          <a:bodyPr wrap="square" lIns="0" tIns="0" rIns="0" bIns="0" rtlCol="0" anchor="ctr"/>
          <a:lstStyle/>
          <a:p>
            <a:pPr marL="0" indent="0">
              <a:buNone/>
            </a:pPr>
            <a:r>
              <a:rPr lang="en-US" sz="1600" b="1" kern="0" spc="100" dirty="0">
                <a:solidFill>
                  <a:srgbClr val="E8590C"/>
                </a:solidFill>
                <a:latin typeface="Calibri" pitchFamily="34" charset="0"/>
                <a:ea typeface="Calibri" pitchFamily="34" charset="-122"/>
                <a:cs typeface="Calibri" pitchFamily="34" charset="-120"/>
              </a:rPr>
              <a:t>FEELS</a:t>
            </a:r>
            <a:endParaRPr lang="en-US" sz="1600" dirty="0"/>
          </a:p>
        </p:txBody>
      </p:sp>
      <p:sp>
        <p:nvSpPr>
          <p:cNvPr id="25" name="Text 18">
            <a:extLst>
              <a:ext uri="{FF2B5EF4-FFF2-40B4-BE49-F238E27FC236}">
                <a16:creationId xmlns:a16="http://schemas.microsoft.com/office/drawing/2014/main" id="{21EF24CD-AF53-FC94-E4C2-C6223D660074}"/>
              </a:ext>
            </a:extLst>
          </p:cNvPr>
          <p:cNvSpPr/>
          <p:nvPr/>
        </p:nvSpPr>
        <p:spPr>
          <a:xfrm>
            <a:off x="6414516" y="4416552"/>
            <a:ext cx="5088636" cy="1463040"/>
          </a:xfrm>
          <a:prstGeom prst="rect">
            <a:avLst/>
          </a:prstGeom>
          <a:noFill/>
          <a:ln/>
        </p:spPr>
        <p:txBody>
          <a:bodyPr wrap="square" lIns="0" tIns="0" rIns="0" bIns="0" rtlCol="0" anchor="t"/>
          <a:lstStyle/>
          <a:p>
            <a:pPr marL="285750" lvl="0" indent="-285750">
              <a:buFont typeface="Arial" panose="020B0604020202020204" pitchFamily="34" charset="0"/>
              <a:buChar char="•"/>
            </a:pPr>
            <a:r>
              <a:rPr lang="en-IN" sz="1400" b="1" dirty="0"/>
              <a:t>Frustrated</a:t>
            </a:r>
            <a:r>
              <a:rPr lang="en-IN" sz="1400" dirty="0"/>
              <a:t> when lifts are difficult to locate. </a:t>
            </a:r>
          </a:p>
          <a:p>
            <a:pPr marL="285750" lvl="0" indent="-285750">
              <a:buFont typeface="Arial" panose="020B0604020202020204" pitchFamily="34" charset="0"/>
              <a:buChar char="•"/>
            </a:pPr>
            <a:r>
              <a:rPr lang="en-IN" sz="1400" b="1" dirty="0"/>
              <a:t>Tired</a:t>
            </a:r>
            <a:r>
              <a:rPr lang="en-IN" sz="1400" dirty="0"/>
              <a:t> from carrying luggage. </a:t>
            </a:r>
          </a:p>
          <a:p>
            <a:pPr marL="285750" lvl="0" indent="-285750">
              <a:buFont typeface="Arial" panose="020B0604020202020204" pitchFamily="34" charset="0"/>
              <a:buChar char="•"/>
            </a:pPr>
            <a:r>
              <a:rPr lang="en-IN" sz="1400" b="1" dirty="0"/>
              <a:t>Uncomfortable</a:t>
            </a:r>
            <a:r>
              <a:rPr lang="en-IN" sz="1400" dirty="0"/>
              <a:t> in dense crowds. </a:t>
            </a:r>
          </a:p>
          <a:p>
            <a:pPr marL="285750" lvl="0" indent="-285750">
              <a:buFont typeface="Arial" panose="020B0604020202020204" pitchFamily="34" charset="0"/>
              <a:buChar char="•"/>
            </a:pPr>
            <a:r>
              <a:rPr lang="en-IN" sz="1400" b="1" dirty="0"/>
              <a:t>Rushed</a:t>
            </a:r>
            <a:r>
              <a:rPr lang="en-IN" sz="1400" dirty="0"/>
              <a:t> when the train is approaching. </a:t>
            </a:r>
          </a:p>
          <a:p>
            <a:pPr marL="285750" lvl="0" indent="-285750">
              <a:buFont typeface="Arial" panose="020B0604020202020204" pitchFamily="34" charset="0"/>
              <a:buChar char="•"/>
            </a:pPr>
            <a:r>
              <a:rPr lang="en-IN" sz="1400" b="1" dirty="0"/>
              <a:t>Worried</a:t>
            </a:r>
            <a:r>
              <a:rPr lang="en-IN" sz="1400" dirty="0"/>
              <a:t> about taking a wrong route. </a:t>
            </a:r>
          </a:p>
          <a:p>
            <a:pPr marL="285750" lvl="0" indent="-285750">
              <a:buFont typeface="Arial" panose="020B0604020202020204" pitchFamily="34" charset="0"/>
              <a:buChar char="•"/>
            </a:pPr>
            <a:r>
              <a:rPr lang="en-IN" sz="1400" b="1" dirty="0"/>
              <a:t>Relieved</a:t>
            </a:r>
            <a:r>
              <a:rPr lang="en-IN" sz="1400" dirty="0"/>
              <a:t> when he finds an accessible path.</a:t>
            </a:r>
          </a:p>
          <a:p>
            <a:pPr marL="177800" indent="-177800">
              <a:lnSpc>
                <a:spcPct val="102000"/>
              </a:lnSpc>
              <a:spcAft>
                <a:spcPts val="300"/>
              </a:spcAft>
              <a:buSzPct val="100000"/>
              <a:buChar char="•"/>
            </a:pPr>
            <a:endParaRPr lang="en-US" sz="1000" dirty="0"/>
          </a:p>
        </p:txBody>
      </p:sp>
      <p:sp>
        <p:nvSpPr>
          <p:cNvPr id="26" name="Shape 19">
            <a:extLst>
              <a:ext uri="{FF2B5EF4-FFF2-40B4-BE49-F238E27FC236}">
                <a16:creationId xmlns:a16="http://schemas.microsoft.com/office/drawing/2014/main" id="{24283F14-8C41-012F-EE06-E0E84D6AA228}"/>
              </a:ext>
            </a:extLst>
          </p:cNvPr>
          <p:cNvSpPr/>
          <p:nvPr/>
        </p:nvSpPr>
        <p:spPr>
          <a:xfrm>
            <a:off x="457200" y="6172200"/>
            <a:ext cx="11274552" cy="502920"/>
          </a:xfrm>
          <a:prstGeom prst="roundRect">
            <a:avLst>
              <a:gd name="adj" fmla="val 14545"/>
            </a:avLst>
          </a:prstGeom>
          <a:solidFill>
            <a:srgbClr val="1E2761"/>
          </a:solidFill>
          <a:ln/>
        </p:spPr>
      </p:sp>
      <p:sp>
        <p:nvSpPr>
          <p:cNvPr id="27" name="Text 20">
            <a:extLst>
              <a:ext uri="{FF2B5EF4-FFF2-40B4-BE49-F238E27FC236}">
                <a16:creationId xmlns:a16="http://schemas.microsoft.com/office/drawing/2014/main" id="{7CA8F7F4-B844-638D-B1B6-C2C9BA00F496}"/>
              </a:ext>
            </a:extLst>
          </p:cNvPr>
          <p:cNvSpPr/>
          <p:nvPr/>
        </p:nvSpPr>
        <p:spPr>
          <a:xfrm>
            <a:off x="640080" y="6172200"/>
            <a:ext cx="10908792" cy="502920"/>
          </a:xfrm>
          <a:prstGeom prst="rect">
            <a:avLst/>
          </a:prstGeom>
          <a:noFill/>
          <a:ln/>
        </p:spPr>
        <p:txBody>
          <a:bodyPr wrap="square" lIns="0" tIns="0" rIns="0" bIns="0" rtlCol="0" anchor="ctr"/>
          <a:lstStyle/>
          <a:p>
            <a:pPr marL="0" indent="0" algn="ctr">
              <a:buNone/>
            </a:pPr>
            <a:r>
              <a:rPr lang="en-US" sz="1250" i="1" dirty="0">
                <a:solidFill>
                  <a:srgbClr val="FFFFFF"/>
                </a:solidFill>
                <a:latin typeface="Calibri" pitchFamily="34" charset="0"/>
                <a:ea typeface="Calibri" pitchFamily="34" charset="-122"/>
                <a:cs typeface="Calibri" pitchFamily="34" charset="-120"/>
              </a:rPr>
              <a:t>Passengers need guidance that can be understood within seconds while moving through a crowded interchange.</a:t>
            </a:r>
            <a:endParaRPr lang="en-US" sz="1250" dirty="0"/>
          </a:p>
        </p:txBody>
      </p:sp>
    </p:spTree>
    <p:extLst>
      <p:ext uri="{BB962C8B-B14F-4D97-AF65-F5344CB8AC3E}">
        <p14:creationId xmlns:p14="http://schemas.microsoft.com/office/powerpoint/2010/main" val="15527841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292608"/>
            <a:ext cx="9601200" cy="502920"/>
          </a:xfrm>
          <a:prstGeom prst="rect">
            <a:avLst/>
          </a:prstGeom>
          <a:noFill/>
          <a:ln/>
        </p:spPr>
        <p:txBody>
          <a:bodyPr wrap="square" lIns="0" tIns="0" rIns="0" bIns="0" rtlCol="0" anchor="ctr"/>
          <a:lstStyle/>
          <a:p>
            <a:pPr marL="0" indent="0" algn="l">
              <a:buNone/>
            </a:pPr>
            <a:r>
              <a:rPr lang="en-US" sz="3000" b="1" dirty="0">
                <a:solidFill>
                  <a:srgbClr val="1E2761"/>
                </a:solidFill>
                <a:latin typeface="Calibri" pitchFamily="34" charset="0"/>
                <a:ea typeface="Calibri" pitchFamily="34" charset="-122"/>
                <a:cs typeface="Calibri" pitchFamily="34" charset="-120"/>
              </a:rPr>
              <a:t>DESIGN BRIEF</a:t>
            </a:r>
            <a:endParaRPr lang="en-US" sz="3000" dirty="0"/>
          </a:p>
        </p:txBody>
      </p:sp>
      <p:sp>
        <p:nvSpPr>
          <p:cNvPr id="3" name="Text 1"/>
          <p:cNvSpPr/>
          <p:nvPr/>
        </p:nvSpPr>
        <p:spPr>
          <a:xfrm>
            <a:off x="457200" y="785261"/>
            <a:ext cx="9875520" cy="365760"/>
          </a:xfrm>
          <a:prstGeom prst="rect">
            <a:avLst/>
          </a:prstGeom>
          <a:noFill/>
          <a:ln/>
        </p:spPr>
        <p:txBody>
          <a:bodyPr wrap="square" lIns="0" tIns="0" rIns="0" bIns="0" rtlCol="0" anchor="ctr"/>
          <a:lstStyle/>
          <a:p>
            <a:pPr marL="0" indent="0" algn="l">
              <a:buNone/>
            </a:pPr>
            <a:r>
              <a:rPr lang="en-US" sz="1600" i="1" dirty="0">
                <a:solidFill>
                  <a:srgbClr val="085A68"/>
                </a:solidFill>
                <a:latin typeface="Calibri" pitchFamily="34" charset="0"/>
                <a:ea typeface="Calibri" pitchFamily="34" charset="-122"/>
                <a:cs typeface="Calibri" pitchFamily="34" charset="-120"/>
              </a:rPr>
              <a:t>From Interchange Confusion to Confident Navigation</a:t>
            </a:r>
            <a:endParaRPr lang="en-US" sz="1600" dirty="0"/>
          </a:p>
        </p:txBody>
      </p:sp>
      <p:sp>
        <p:nvSpPr>
          <p:cNvPr id="4" name="Shape 2"/>
          <p:cNvSpPr/>
          <p:nvPr/>
        </p:nvSpPr>
        <p:spPr>
          <a:xfrm>
            <a:off x="11109960" y="320040"/>
            <a:ext cx="621792" cy="621792"/>
          </a:xfrm>
          <a:prstGeom prst="ellipse">
            <a:avLst/>
          </a:prstGeom>
          <a:solidFill>
            <a:srgbClr val="0B7285"/>
          </a:solidFill>
          <a:ln/>
        </p:spPr>
      </p:sp>
      <p:pic>
        <p:nvPicPr>
          <p:cNvPr id="5" name="Image 0" descr="/home/claude/ameerpet/icons/bulb.png"/>
          <p:cNvPicPr>
            <a:picLocks noChangeAspect="1"/>
          </p:cNvPicPr>
          <p:nvPr/>
        </p:nvPicPr>
        <p:blipFill>
          <a:blip r:embed="rId3"/>
          <a:stretch>
            <a:fillRect/>
          </a:stretch>
        </p:blipFill>
        <p:spPr>
          <a:xfrm>
            <a:off x="11190793" y="400873"/>
            <a:ext cx="460126" cy="460126"/>
          </a:xfrm>
          <a:prstGeom prst="rect">
            <a:avLst/>
          </a:prstGeom>
        </p:spPr>
      </p:pic>
      <p:sp>
        <p:nvSpPr>
          <p:cNvPr id="6" name="Shape 3"/>
          <p:cNvSpPr/>
          <p:nvPr/>
        </p:nvSpPr>
        <p:spPr>
          <a:xfrm>
            <a:off x="457200" y="1207008"/>
            <a:ext cx="11274552" cy="960120"/>
          </a:xfrm>
          <a:prstGeom prst="roundRect">
            <a:avLst>
              <a:gd name="adj" fmla="val 7619"/>
            </a:avLst>
          </a:prstGeom>
          <a:solidFill>
            <a:srgbClr val="FDEEE6"/>
          </a:solidFill>
          <a:ln w="12700">
            <a:solidFill>
              <a:srgbClr val="FDEEE6"/>
            </a:solidFill>
            <a:prstDash val="solid"/>
          </a:ln>
          <a:effectLst>
            <a:outerShdw blurRad="76200" dist="25400" dir="5400000" algn="bl" rotWithShape="0">
              <a:srgbClr val="8A99A8">
                <a:alpha val="22000"/>
              </a:srgbClr>
            </a:outerShdw>
          </a:effectLst>
        </p:spPr>
      </p:sp>
      <p:sp>
        <p:nvSpPr>
          <p:cNvPr id="7" name="Shape 4"/>
          <p:cNvSpPr/>
          <p:nvPr/>
        </p:nvSpPr>
        <p:spPr>
          <a:xfrm>
            <a:off x="658368" y="1399032"/>
            <a:ext cx="548640" cy="548640"/>
          </a:xfrm>
          <a:prstGeom prst="ellipse">
            <a:avLst/>
          </a:prstGeom>
          <a:solidFill>
            <a:srgbClr val="E8590C"/>
          </a:solidFill>
          <a:ln/>
        </p:spPr>
      </p:sp>
      <p:pic>
        <p:nvPicPr>
          <p:cNvPr id="8" name="Image 1" descr="/home/claude/ameerpet/icons/problem.png"/>
          <p:cNvPicPr>
            <a:picLocks noChangeAspect="1"/>
          </p:cNvPicPr>
          <p:nvPr/>
        </p:nvPicPr>
        <p:blipFill>
          <a:blip r:embed="rId4"/>
          <a:stretch>
            <a:fillRect/>
          </a:stretch>
        </p:blipFill>
        <p:spPr>
          <a:xfrm>
            <a:off x="729691" y="1470355"/>
            <a:ext cx="405994" cy="405994"/>
          </a:xfrm>
          <a:prstGeom prst="rect">
            <a:avLst/>
          </a:prstGeom>
        </p:spPr>
      </p:pic>
      <p:sp>
        <p:nvSpPr>
          <p:cNvPr id="9" name="Text 5"/>
          <p:cNvSpPr/>
          <p:nvPr/>
        </p:nvSpPr>
        <p:spPr>
          <a:xfrm>
            <a:off x="1371600" y="1298448"/>
            <a:ext cx="10195560" cy="822960"/>
          </a:xfrm>
          <a:prstGeom prst="rect">
            <a:avLst/>
          </a:prstGeom>
          <a:noFill/>
          <a:ln/>
        </p:spPr>
        <p:txBody>
          <a:bodyPr wrap="square" lIns="0" tIns="0" rIns="0" bIns="0" rtlCol="0" anchor="t"/>
          <a:lstStyle/>
          <a:p>
            <a:pPr marL="0" indent="0">
              <a:lnSpc>
                <a:spcPct val="112000"/>
              </a:lnSpc>
              <a:buNone/>
            </a:pPr>
            <a:r>
              <a:rPr lang="en-US" sz="1600" b="1" kern="0" spc="100" dirty="0">
                <a:solidFill>
                  <a:srgbClr val="E8590C"/>
                </a:solidFill>
              </a:rPr>
              <a:t>PROBLEM   </a:t>
            </a:r>
            <a:r>
              <a:rPr lang="en-US" sz="1600" dirty="0">
                <a:solidFill>
                  <a:srgbClr val="495057"/>
                </a:solidFill>
              </a:rPr>
              <a:t>First-time and elderly passengers can experience confusion and stress while navigating Ameerpet Metro interchange during peak hours. Heavy crowds, unfamiliar layouts, multiple directions, platform uncertainty and difficulty locating accessible routes can lead to wrong turns, unnecessary walking and dependence on others.</a:t>
            </a:r>
            <a:endParaRPr lang="en-US" sz="1600" dirty="0"/>
          </a:p>
        </p:txBody>
      </p:sp>
      <p:sp>
        <p:nvSpPr>
          <p:cNvPr id="10" name="Shape 6"/>
          <p:cNvSpPr/>
          <p:nvPr/>
        </p:nvSpPr>
        <p:spPr>
          <a:xfrm>
            <a:off x="457200" y="2331719"/>
            <a:ext cx="2613355" cy="4117207"/>
          </a:xfrm>
          <a:prstGeom prst="roundRect">
            <a:avLst>
              <a:gd name="adj" fmla="val 2909"/>
            </a:avLst>
          </a:prstGeom>
          <a:solidFill>
            <a:srgbClr val="F7FAFB"/>
          </a:solidFill>
          <a:ln w="12700">
            <a:solidFill>
              <a:srgbClr val="DCE4E6"/>
            </a:solidFill>
            <a:prstDash val="solid"/>
          </a:ln>
          <a:effectLst>
            <a:outerShdw blurRad="76200" dist="25400" dir="5400000" algn="bl" rotWithShape="0">
              <a:srgbClr val="8A99A8">
                <a:alpha val="22000"/>
              </a:srgbClr>
            </a:outerShdw>
          </a:effectLst>
        </p:spPr>
      </p:sp>
      <p:sp>
        <p:nvSpPr>
          <p:cNvPr id="11" name="Shape 7"/>
          <p:cNvSpPr/>
          <p:nvPr/>
        </p:nvSpPr>
        <p:spPr>
          <a:xfrm>
            <a:off x="621792" y="2478024"/>
            <a:ext cx="365760" cy="365760"/>
          </a:xfrm>
          <a:prstGeom prst="ellipse">
            <a:avLst/>
          </a:prstGeom>
          <a:solidFill>
            <a:srgbClr val="0B7285"/>
          </a:solidFill>
          <a:ln/>
        </p:spPr>
      </p:sp>
      <p:pic>
        <p:nvPicPr>
          <p:cNvPr id="12" name="Image 2" descr="/home/claude/ameerpet/icons/target.png"/>
          <p:cNvPicPr>
            <a:picLocks noChangeAspect="1"/>
          </p:cNvPicPr>
          <p:nvPr/>
        </p:nvPicPr>
        <p:blipFill>
          <a:blip r:embed="rId5"/>
          <a:stretch>
            <a:fillRect/>
          </a:stretch>
        </p:blipFill>
        <p:spPr>
          <a:xfrm>
            <a:off x="669341" y="2525573"/>
            <a:ext cx="270662" cy="270662"/>
          </a:xfrm>
          <a:prstGeom prst="rect">
            <a:avLst/>
          </a:prstGeom>
        </p:spPr>
      </p:pic>
      <p:sp>
        <p:nvSpPr>
          <p:cNvPr id="13" name="Text 8"/>
          <p:cNvSpPr/>
          <p:nvPr/>
        </p:nvSpPr>
        <p:spPr>
          <a:xfrm>
            <a:off x="621792" y="2880360"/>
            <a:ext cx="2284171" cy="274320"/>
          </a:xfrm>
          <a:prstGeom prst="rect">
            <a:avLst/>
          </a:prstGeom>
          <a:noFill/>
          <a:ln/>
        </p:spPr>
        <p:txBody>
          <a:bodyPr wrap="square" lIns="0" tIns="0" rIns="0" bIns="0" rtlCol="0" anchor="ctr"/>
          <a:lstStyle/>
          <a:p>
            <a:pPr marL="0" indent="0">
              <a:buNone/>
            </a:pPr>
            <a:r>
              <a:rPr lang="en-US" sz="1400" b="1" kern="0" spc="50" dirty="0">
                <a:solidFill>
                  <a:srgbClr val="0B7285"/>
                </a:solidFill>
                <a:latin typeface="Calibri" pitchFamily="34" charset="0"/>
                <a:ea typeface="Calibri" pitchFamily="34" charset="-122"/>
                <a:cs typeface="Calibri" pitchFamily="34" charset="-120"/>
              </a:rPr>
              <a:t>TARGET USERS</a:t>
            </a:r>
            <a:endParaRPr lang="en-US" sz="1400" dirty="0"/>
          </a:p>
        </p:txBody>
      </p:sp>
      <p:sp>
        <p:nvSpPr>
          <p:cNvPr id="14" name="Text 9"/>
          <p:cNvSpPr/>
          <p:nvPr/>
        </p:nvSpPr>
        <p:spPr>
          <a:xfrm>
            <a:off x="640080" y="3200400"/>
            <a:ext cx="2247595" cy="155448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400" dirty="0">
                <a:solidFill>
                  <a:srgbClr val="495057"/>
                </a:solidFill>
                <a:latin typeface="Calibri" pitchFamily="34" charset="0"/>
                <a:ea typeface="Calibri" pitchFamily="34" charset="-122"/>
                <a:cs typeface="Calibri" pitchFamily="34" charset="-120"/>
              </a:rPr>
              <a:t>First-time metro travelers</a:t>
            </a:r>
            <a:endParaRPr lang="en-US" sz="1400" dirty="0"/>
          </a:p>
          <a:p>
            <a:pPr marL="177800" indent="-177800">
              <a:lnSpc>
                <a:spcPct val="102000"/>
              </a:lnSpc>
              <a:spcAft>
                <a:spcPts val="300"/>
              </a:spcAft>
              <a:buSzPct val="100000"/>
              <a:buChar char="•"/>
            </a:pPr>
            <a:r>
              <a:rPr lang="en-US" sz="1400" dirty="0">
                <a:solidFill>
                  <a:srgbClr val="495057"/>
                </a:solidFill>
                <a:latin typeface="Calibri" pitchFamily="34" charset="0"/>
                <a:ea typeface="Calibri" pitchFamily="34" charset="-122"/>
                <a:cs typeface="Calibri" pitchFamily="34" charset="-120"/>
              </a:rPr>
              <a:t>Elderly passengers</a:t>
            </a:r>
            <a:endParaRPr lang="en-US" sz="1400" dirty="0"/>
          </a:p>
          <a:p>
            <a:pPr marL="177800" indent="-177800">
              <a:lnSpc>
                <a:spcPct val="102000"/>
              </a:lnSpc>
              <a:spcAft>
                <a:spcPts val="300"/>
              </a:spcAft>
              <a:buSzPct val="100000"/>
              <a:buChar char="•"/>
            </a:pPr>
            <a:r>
              <a:rPr lang="en-US" sz="1400" dirty="0">
                <a:solidFill>
                  <a:srgbClr val="495057"/>
                </a:solidFill>
                <a:latin typeface="Calibri" pitchFamily="34" charset="0"/>
                <a:ea typeface="Calibri" pitchFamily="34" charset="-122"/>
                <a:cs typeface="Calibri" pitchFamily="34" charset="-120"/>
              </a:rPr>
              <a:t>Occasional travelers</a:t>
            </a:r>
            <a:endParaRPr lang="en-US" sz="1400" dirty="0"/>
          </a:p>
          <a:p>
            <a:pPr marL="177800" indent="-177800">
              <a:lnSpc>
                <a:spcPct val="102000"/>
              </a:lnSpc>
              <a:spcAft>
                <a:spcPts val="300"/>
              </a:spcAft>
              <a:buSzPct val="100000"/>
              <a:buChar char="•"/>
            </a:pPr>
            <a:r>
              <a:rPr lang="en-US" sz="1400" dirty="0">
                <a:solidFill>
                  <a:srgbClr val="495057"/>
                </a:solidFill>
                <a:latin typeface="Calibri" pitchFamily="34" charset="0"/>
                <a:ea typeface="Calibri" pitchFamily="34" charset="-122"/>
                <a:cs typeface="Calibri" pitchFamily="34" charset="-120"/>
              </a:rPr>
              <a:t>Passengers with luggage</a:t>
            </a:r>
            <a:endParaRPr lang="en-US" sz="1400" dirty="0"/>
          </a:p>
          <a:p>
            <a:pPr marL="177800" indent="-177800">
              <a:lnSpc>
                <a:spcPct val="102000"/>
              </a:lnSpc>
              <a:spcAft>
                <a:spcPts val="300"/>
              </a:spcAft>
              <a:buSzPct val="100000"/>
              <a:buChar char="•"/>
            </a:pPr>
            <a:r>
              <a:rPr lang="en-US" sz="1400" dirty="0">
                <a:solidFill>
                  <a:srgbClr val="495057"/>
                </a:solidFill>
                <a:latin typeface="Calibri" pitchFamily="34" charset="0"/>
                <a:ea typeface="Calibri" pitchFamily="34" charset="-122"/>
                <a:cs typeface="Calibri" pitchFamily="34" charset="-120"/>
              </a:rPr>
              <a:t>Divyang passengers</a:t>
            </a:r>
            <a:endParaRPr lang="en-US" sz="1400" dirty="0"/>
          </a:p>
        </p:txBody>
      </p:sp>
      <p:sp>
        <p:nvSpPr>
          <p:cNvPr id="30" name="Text 22"/>
          <p:cNvSpPr/>
          <p:nvPr/>
        </p:nvSpPr>
        <p:spPr>
          <a:xfrm>
            <a:off x="457200" y="5166360"/>
            <a:ext cx="11274552" cy="256032"/>
          </a:xfrm>
          <a:prstGeom prst="rect">
            <a:avLst/>
          </a:prstGeom>
          <a:noFill/>
          <a:ln/>
        </p:spPr>
        <p:txBody>
          <a:bodyPr wrap="square" lIns="0" tIns="0" rIns="0" bIns="0" rtlCol="0" anchor="ctr"/>
          <a:lstStyle/>
          <a:p>
            <a:pPr marL="0" indent="0" algn="ctr">
              <a:buNone/>
            </a:pPr>
            <a:endParaRPr lang="en-US" sz="1100" dirty="0"/>
          </a:p>
        </p:txBody>
      </p:sp>
      <p:sp>
        <p:nvSpPr>
          <p:cNvPr id="32" name="Text 24"/>
          <p:cNvSpPr/>
          <p:nvPr/>
        </p:nvSpPr>
        <p:spPr>
          <a:xfrm>
            <a:off x="911200" y="5486400"/>
            <a:ext cx="1773936"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SEE</a:t>
            </a:r>
            <a:endParaRPr lang="en-US" sz="1300" dirty="0"/>
          </a:p>
        </p:txBody>
      </p:sp>
      <p:sp>
        <p:nvSpPr>
          <p:cNvPr id="38" name="Text 30"/>
          <p:cNvSpPr/>
          <p:nvPr/>
        </p:nvSpPr>
        <p:spPr>
          <a:xfrm>
            <a:off x="5208880" y="5486400"/>
            <a:ext cx="1773936"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CONFIRM</a:t>
            </a:r>
            <a:endParaRPr lang="en-US" sz="1300" dirty="0"/>
          </a:p>
        </p:txBody>
      </p:sp>
      <p:sp>
        <p:nvSpPr>
          <p:cNvPr id="41" name="Text 33"/>
          <p:cNvSpPr/>
          <p:nvPr/>
        </p:nvSpPr>
        <p:spPr>
          <a:xfrm>
            <a:off x="7357720" y="5486400"/>
            <a:ext cx="1773936"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INTERCHANGE</a:t>
            </a:r>
            <a:endParaRPr lang="en-US" sz="1300" dirty="0"/>
          </a:p>
        </p:txBody>
      </p:sp>
      <p:sp>
        <p:nvSpPr>
          <p:cNvPr id="44" name="Text 36"/>
          <p:cNvSpPr/>
          <p:nvPr/>
        </p:nvSpPr>
        <p:spPr>
          <a:xfrm>
            <a:off x="9506560" y="5486400"/>
            <a:ext cx="1773936"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REACH</a:t>
            </a:r>
            <a:endParaRPr lang="en-US" sz="1300" dirty="0"/>
          </a:p>
        </p:txBody>
      </p:sp>
      <p:sp>
        <p:nvSpPr>
          <p:cNvPr id="45" name="Text 37"/>
          <p:cNvSpPr/>
          <p:nvPr/>
        </p:nvSpPr>
        <p:spPr>
          <a:xfrm>
            <a:off x="457200" y="6565392"/>
            <a:ext cx="8229600" cy="256032"/>
          </a:xfrm>
          <a:prstGeom prst="rect">
            <a:avLst/>
          </a:prstGeom>
          <a:noFill/>
          <a:ln/>
        </p:spPr>
        <p:txBody>
          <a:bodyPr wrap="square" lIns="0" tIns="0" rIns="0" bIns="0" rtlCol="0" anchor="ctr"/>
          <a:lstStyle/>
          <a:p>
            <a:pPr marL="0" indent="0">
              <a:buNone/>
            </a:pPr>
            <a:r>
              <a:rPr lang="en-US" sz="900" dirty="0">
                <a:solidFill>
                  <a:srgbClr val="868E96"/>
                </a:solidFill>
                <a:latin typeface="Calibri" pitchFamily="34" charset="0"/>
                <a:ea typeface="Calibri" pitchFamily="34" charset="-122"/>
                <a:cs typeface="Calibri" pitchFamily="34" charset="-120"/>
              </a:rPr>
              <a:t>Ameerpet Metro Interchange  ·  Design Thinking Project</a:t>
            </a:r>
            <a:endParaRPr lang="en-US" sz="900" dirty="0"/>
          </a:p>
        </p:txBody>
      </p:sp>
      <p:sp>
        <p:nvSpPr>
          <p:cNvPr id="46" name="Text 38"/>
          <p:cNvSpPr/>
          <p:nvPr/>
        </p:nvSpPr>
        <p:spPr>
          <a:xfrm>
            <a:off x="11521440" y="6565392"/>
            <a:ext cx="274320" cy="256032"/>
          </a:xfrm>
          <a:prstGeom prst="rect">
            <a:avLst/>
          </a:prstGeom>
          <a:noFill/>
          <a:ln/>
        </p:spPr>
        <p:txBody>
          <a:bodyPr wrap="square" lIns="0" tIns="0" rIns="0" bIns="0" rtlCol="0" anchor="ctr"/>
          <a:lstStyle/>
          <a:p>
            <a:pPr marL="0" indent="0" algn="r">
              <a:buNone/>
            </a:pPr>
            <a:r>
              <a:rPr lang="en-US" sz="900" dirty="0">
                <a:solidFill>
                  <a:srgbClr val="868E96"/>
                </a:solidFill>
                <a:latin typeface="Calibri" pitchFamily="34" charset="0"/>
                <a:ea typeface="Calibri" pitchFamily="34" charset="-122"/>
                <a:cs typeface="Calibri" pitchFamily="34" charset="-120"/>
              </a:rPr>
              <a:t>7</a:t>
            </a:r>
            <a:endParaRPr lang="en-US" sz="900" dirty="0"/>
          </a:p>
        </p:txBody>
      </p:sp>
      <p:sp>
        <p:nvSpPr>
          <p:cNvPr id="87" name="TextBox 86">
            <a:extLst>
              <a:ext uri="{FF2B5EF4-FFF2-40B4-BE49-F238E27FC236}">
                <a16:creationId xmlns:a16="http://schemas.microsoft.com/office/drawing/2014/main" id="{22304AB7-4CBD-B95F-56E0-CEA262F63713}"/>
              </a:ext>
            </a:extLst>
          </p:cNvPr>
          <p:cNvSpPr txBox="1"/>
          <p:nvPr/>
        </p:nvSpPr>
        <p:spPr>
          <a:xfrm>
            <a:off x="4098758" y="3096126"/>
            <a:ext cx="184731" cy="369332"/>
          </a:xfrm>
          <a:prstGeom prst="rect">
            <a:avLst/>
          </a:prstGeom>
          <a:noFill/>
        </p:spPr>
        <p:txBody>
          <a:bodyPr wrap="none" rtlCol="0">
            <a:spAutoFit/>
          </a:bodyPr>
          <a:lstStyle/>
          <a:p>
            <a:endParaRPr lang="en-IN" dirty="0"/>
          </a:p>
        </p:txBody>
      </p:sp>
      <p:sp>
        <p:nvSpPr>
          <p:cNvPr id="99" name="Shape 6">
            <a:extLst>
              <a:ext uri="{FF2B5EF4-FFF2-40B4-BE49-F238E27FC236}">
                <a16:creationId xmlns:a16="http://schemas.microsoft.com/office/drawing/2014/main" id="{CA684D20-0C79-6A8E-8F86-8483006BE826}"/>
              </a:ext>
            </a:extLst>
          </p:cNvPr>
          <p:cNvSpPr/>
          <p:nvPr/>
        </p:nvSpPr>
        <p:spPr>
          <a:xfrm>
            <a:off x="3481121" y="2339739"/>
            <a:ext cx="2613355" cy="4117207"/>
          </a:xfrm>
          <a:prstGeom prst="roundRect">
            <a:avLst>
              <a:gd name="adj" fmla="val 2909"/>
            </a:avLst>
          </a:prstGeom>
          <a:solidFill>
            <a:srgbClr val="F7FAFB"/>
          </a:solidFill>
          <a:ln w="12700">
            <a:solidFill>
              <a:srgbClr val="DCE4E6"/>
            </a:solidFill>
            <a:prstDash val="solid"/>
          </a:ln>
          <a:effectLst>
            <a:outerShdw blurRad="76200" dist="25400" dir="5400000" algn="bl" rotWithShape="0">
              <a:srgbClr val="8A99A8">
                <a:alpha val="22000"/>
              </a:srgbClr>
            </a:outerShdw>
          </a:effectLst>
        </p:spPr>
      </p:sp>
      <p:sp>
        <p:nvSpPr>
          <p:cNvPr id="109" name="Shape 15">
            <a:extLst>
              <a:ext uri="{FF2B5EF4-FFF2-40B4-BE49-F238E27FC236}">
                <a16:creationId xmlns:a16="http://schemas.microsoft.com/office/drawing/2014/main" id="{C05724AA-CB93-C171-2A66-390C2F69FA10}"/>
              </a:ext>
            </a:extLst>
          </p:cNvPr>
          <p:cNvSpPr/>
          <p:nvPr/>
        </p:nvSpPr>
        <p:spPr>
          <a:xfrm>
            <a:off x="3616223" y="2518258"/>
            <a:ext cx="365760" cy="365760"/>
          </a:xfrm>
          <a:prstGeom prst="ellipse">
            <a:avLst/>
          </a:prstGeom>
          <a:solidFill>
            <a:srgbClr val="0CA678"/>
          </a:solidFill>
          <a:ln/>
        </p:spPr>
      </p:sp>
      <p:pic>
        <p:nvPicPr>
          <p:cNvPr id="111" name="Image 4" descr="/home/claude/ameerpet/icons/target.png">
            <a:extLst>
              <a:ext uri="{FF2B5EF4-FFF2-40B4-BE49-F238E27FC236}">
                <a16:creationId xmlns:a16="http://schemas.microsoft.com/office/drawing/2014/main" id="{58EA07CF-C45D-4C0E-17CC-120C117F278A}"/>
              </a:ext>
            </a:extLst>
          </p:cNvPr>
          <p:cNvPicPr>
            <a:picLocks noChangeAspect="1"/>
          </p:cNvPicPr>
          <p:nvPr/>
        </p:nvPicPr>
        <p:blipFill>
          <a:blip r:embed="rId5"/>
          <a:stretch>
            <a:fillRect/>
          </a:stretch>
        </p:blipFill>
        <p:spPr>
          <a:xfrm>
            <a:off x="3663772" y="2558492"/>
            <a:ext cx="270662" cy="270662"/>
          </a:xfrm>
          <a:prstGeom prst="rect">
            <a:avLst/>
          </a:prstGeom>
        </p:spPr>
      </p:pic>
      <p:sp>
        <p:nvSpPr>
          <p:cNvPr id="113" name="Text 16">
            <a:extLst>
              <a:ext uri="{FF2B5EF4-FFF2-40B4-BE49-F238E27FC236}">
                <a16:creationId xmlns:a16="http://schemas.microsoft.com/office/drawing/2014/main" id="{DEE0432B-F258-53BB-0E47-8CF15748991C}"/>
              </a:ext>
            </a:extLst>
          </p:cNvPr>
          <p:cNvSpPr/>
          <p:nvPr/>
        </p:nvSpPr>
        <p:spPr>
          <a:xfrm>
            <a:off x="3616223" y="2920594"/>
            <a:ext cx="2284171" cy="274320"/>
          </a:xfrm>
          <a:prstGeom prst="rect">
            <a:avLst/>
          </a:prstGeom>
          <a:noFill/>
          <a:ln/>
        </p:spPr>
        <p:txBody>
          <a:bodyPr wrap="square" lIns="0" tIns="0" rIns="0" bIns="0" rtlCol="0" anchor="ctr"/>
          <a:lstStyle/>
          <a:p>
            <a:pPr marL="0" indent="0">
              <a:buNone/>
            </a:pPr>
            <a:r>
              <a:rPr lang="en-US" sz="1400" b="1" kern="0" spc="50" dirty="0">
                <a:solidFill>
                  <a:srgbClr val="0CA678"/>
                </a:solidFill>
                <a:latin typeface="Calibri" pitchFamily="34" charset="0"/>
                <a:ea typeface="Calibri" pitchFamily="34" charset="-122"/>
                <a:cs typeface="Calibri" pitchFamily="34" charset="-120"/>
              </a:rPr>
              <a:t>DESIGN GOALS</a:t>
            </a:r>
            <a:endParaRPr lang="en-US" sz="1400" dirty="0"/>
          </a:p>
        </p:txBody>
      </p:sp>
      <p:sp>
        <p:nvSpPr>
          <p:cNvPr id="115" name="Text 17">
            <a:extLst>
              <a:ext uri="{FF2B5EF4-FFF2-40B4-BE49-F238E27FC236}">
                <a16:creationId xmlns:a16="http://schemas.microsoft.com/office/drawing/2014/main" id="{AB946B4B-CED2-F0D1-A13D-4842EF69B53D}"/>
              </a:ext>
            </a:extLst>
          </p:cNvPr>
          <p:cNvSpPr/>
          <p:nvPr/>
        </p:nvSpPr>
        <p:spPr>
          <a:xfrm>
            <a:off x="3634511" y="3240634"/>
            <a:ext cx="2247595" cy="155448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400" dirty="0">
                <a:solidFill>
                  <a:srgbClr val="495057"/>
                </a:solidFill>
                <a:latin typeface="Calibri" pitchFamily="34" charset="0"/>
                <a:ea typeface="Calibri" pitchFamily="34" charset="-122"/>
                <a:cs typeface="Calibri" pitchFamily="34" charset="-120"/>
              </a:rPr>
              <a:t>Reduce confusion &amp; navigation errors</a:t>
            </a:r>
            <a:endParaRPr lang="en-US" sz="1400" dirty="0"/>
          </a:p>
          <a:p>
            <a:pPr marL="177800" indent="-177800">
              <a:lnSpc>
                <a:spcPct val="102000"/>
              </a:lnSpc>
              <a:spcAft>
                <a:spcPts val="300"/>
              </a:spcAft>
              <a:buSzPct val="100000"/>
              <a:buChar char="•"/>
            </a:pPr>
            <a:r>
              <a:rPr lang="en-US" sz="1400" dirty="0">
                <a:solidFill>
                  <a:srgbClr val="495057"/>
                </a:solidFill>
                <a:latin typeface="Calibri" pitchFamily="34" charset="0"/>
                <a:ea typeface="Calibri" pitchFamily="34" charset="-122"/>
                <a:cs typeface="Calibri" pitchFamily="34" charset="-120"/>
              </a:rPr>
              <a:t>Reduce unnecessary walking</a:t>
            </a:r>
            <a:endParaRPr lang="en-US" sz="1400" dirty="0"/>
          </a:p>
          <a:p>
            <a:pPr marL="177800" indent="-177800">
              <a:lnSpc>
                <a:spcPct val="102000"/>
              </a:lnSpc>
              <a:spcAft>
                <a:spcPts val="300"/>
              </a:spcAft>
              <a:buSzPct val="100000"/>
              <a:buChar char="•"/>
            </a:pPr>
            <a:r>
              <a:rPr lang="en-US" sz="1400" dirty="0">
                <a:solidFill>
                  <a:srgbClr val="495057"/>
                </a:solidFill>
                <a:latin typeface="Calibri" pitchFamily="34" charset="0"/>
                <a:ea typeface="Calibri" pitchFamily="34" charset="-122"/>
                <a:cs typeface="Calibri" pitchFamily="34" charset="-120"/>
              </a:rPr>
              <a:t>Improve accessibility</a:t>
            </a:r>
            <a:endParaRPr lang="en-US" sz="1400" dirty="0"/>
          </a:p>
          <a:p>
            <a:pPr marL="177800" indent="-177800">
              <a:lnSpc>
                <a:spcPct val="102000"/>
              </a:lnSpc>
              <a:spcAft>
                <a:spcPts val="300"/>
              </a:spcAft>
              <a:buSzPct val="100000"/>
              <a:buChar char="•"/>
            </a:pPr>
            <a:r>
              <a:rPr lang="en-US" sz="1400" dirty="0">
                <a:solidFill>
                  <a:srgbClr val="495057"/>
                </a:solidFill>
                <a:latin typeface="Calibri" pitchFamily="34" charset="0"/>
                <a:ea typeface="Calibri" pitchFamily="34" charset="-122"/>
                <a:cs typeface="Calibri" pitchFamily="34" charset="-120"/>
              </a:rPr>
              <a:t>Reduce dependence on staff/strangers</a:t>
            </a:r>
            <a:endParaRPr lang="en-US" sz="1400" dirty="0"/>
          </a:p>
          <a:p>
            <a:pPr marL="177800" indent="-177800">
              <a:lnSpc>
                <a:spcPct val="102000"/>
              </a:lnSpc>
              <a:spcAft>
                <a:spcPts val="300"/>
              </a:spcAft>
              <a:buSzPct val="100000"/>
              <a:buChar char="•"/>
            </a:pPr>
            <a:r>
              <a:rPr lang="en-US" sz="1400" dirty="0">
                <a:solidFill>
                  <a:srgbClr val="495057"/>
                </a:solidFill>
                <a:latin typeface="Calibri" pitchFamily="34" charset="0"/>
                <a:ea typeface="Calibri" pitchFamily="34" charset="-122"/>
                <a:cs typeface="Calibri" pitchFamily="34" charset="-120"/>
              </a:rPr>
              <a:t>Improve interchange confidence</a:t>
            </a:r>
            <a:endParaRPr lang="en-US" sz="1400" dirty="0"/>
          </a:p>
          <a:p>
            <a:pPr marL="177800" indent="-177800">
              <a:lnSpc>
                <a:spcPct val="102000"/>
              </a:lnSpc>
              <a:spcAft>
                <a:spcPts val="300"/>
              </a:spcAft>
              <a:buSzPct val="100000"/>
              <a:buChar char="•"/>
            </a:pPr>
            <a:r>
              <a:rPr lang="en-US" sz="1400" dirty="0">
                <a:solidFill>
                  <a:srgbClr val="495057"/>
                </a:solidFill>
                <a:latin typeface="Calibri" pitchFamily="34" charset="0"/>
                <a:ea typeface="Calibri" pitchFamily="34" charset="-122"/>
                <a:cs typeface="Calibri" pitchFamily="34" charset="-120"/>
              </a:rPr>
              <a:t>Make info understandable in seconds</a:t>
            </a:r>
            <a:endParaRPr lang="en-US" sz="1400" dirty="0"/>
          </a:p>
          <a:p>
            <a:pPr marL="177800" indent="-177800">
              <a:lnSpc>
                <a:spcPct val="102000"/>
              </a:lnSpc>
              <a:spcAft>
                <a:spcPts val="300"/>
              </a:spcAft>
              <a:buSzPct val="100000"/>
              <a:buChar char="•"/>
            </a:pPr>
            <a:r>
              <a:rPr lang="en-US" sz="1400" dirty="0">
                <a:solidFill>
                  <a:srgbClr val="495057"/>
                </a:solidFill>
                <a:latin typeface="Calibri" pitchFamily="34" charset="0"/>
                <a:ea typeface="Calibri" pitchFamily="34" charset="-122"/>
                <a:cs typeface="Calibri" pitchFamily="34" charset="-120"/>
              </a:rPr>
              <a:t>Support peak-hour navigati</a:t>
            </a:r>
            <a:r>
              <a:rPr lang="en-US" sz="1200" dirty="0">
                <a:solidFill>
                  <a:srgbClr val="495057"/>
                </a:solidFill>
                <a:latin typeface="Calibri" pitchFamily="34" charset="0"/>
                <a:ea typeface="Calibri" pitchFamily="34" charset="-122"/>
                <a:cs typeface="Calibri" pitchFamily="34" charset="-120"/>
              </a:rPr>
              <a:t>o</a:t>
            </a:r>
            <a:r>
              <a:rPr lang="en-US" sz="1400" dirty="0">
                <a:solidFill>
                  <a:srgbClr val="495057"/>
                </a:solidFill>
                <a:latin typeface="Calibri" pitchFamily="34" charset="0"/>
                <a:ea typeface="Calibri" pitchFamily="34" charset="-122"/>
                <a:cs typeface="Calibri" pitchFamily="34" charset="-120"/>
              </a:rPr>
              <a:t>n</a:t>
            </a:r>
            <a:endParaRPr lang="en-US" sz="1400" dirty="0"/>
          </a:p>
        </p:txBody>
      </p:sp>
      <p:sp>
        <p:nvSpPr>
          <p:cNvPr id="117" name="Shape 6">
            <a:extLst>
              <a:ext uri="{FF2B5EF4-FFF2-40B4-BE49-F238E27FC236}">
                <a16:creationId xmlns:a16="http://schemas.microsoft.com/office/drawing/2014/main" id="{C0C13B0A-61E4-63BC-16ED-5C46582ED5CD}"/>
              </a:ext>
            </a:extLst>
          </p:cNvPr>
          <p:cNvSpPr/>
          <p:nvPr/>
        </p:nvSpPr>
        <p:spPr>
          <a:xfrm>
            <a:off x="6493840" y="2339740"/>
            <a:ext cx="2613355" cy="4117207"/>
          </a:xfrm>
          <a:prstGeom prst="roundRect">
            <a:avLst>
              <a:gd name="adj" fmla="val 2909"/>
            </a:avLst>
          </a:prstGeom>
          <a:solidFill>
            <a:srgbClr val="F7FAFB"/>
          </a:solidFill>
          <a:ln w="12700">
            <a:solidFill>
              <a:srgbClr val="DCE4E6"/>
            </a:solidFill>
            <a:prstDash val="solid"/>
          </a:ln>
          <a:effectLst>
            <a:outerShdw blurRad="76200" dist="25400" dir="5400000" algn="bl" rotWithShape="0">
              <a:srgbClr val="8A99A8">
                <a:alpha val="22000"/>
              </a:srgbClr>
            </a:outerShdw>
          </a:effectLst>
        </p:spPr>
      </p:sp>
      <p:sp>
        <p:nvSpPr>
          <p:cNvPr id="119" name="Shape 19">
            <a:extLst>
              <a:ext uri="{FF2B5EF4-FFF2-40B4-BE49-F238E27FC236}">
                <a16:creationId xmlns:a16="http://schemas.microsoft.com/office/drawing/2014/main" id="{9DD7C873-C34E-0C72-4719-88A260B5A53D}"/>
              </a:ext>
            </a:extLst>
          </p:cNvPr>
          <p:cNvSpPr/>
          <p:nvPr/>
        </p:nvSpPr>
        <p:spPr>
          <a:xfrm>
            <a:off x="6712113" y="2574950"/>
            <a:ext cx="365760" cy="365760"/>
          </a:xfrm>
          <a:prstGeom prst="ellipse">
            <a:avLst/>
          </a:prstGeom>
          <a:solidFill>
            <a:srgbClr val="E8590C"/>
          </a:solidFill>
          <a:ln/>
        </p:spPr>
      </p:sp>
      <p:pic>
        <p:nvPicPr>
          <p:cNvPr id="121" name="Image 5" descr="/home/claude/ameerpet/icons/lock.png">
            <a:extLst>
              <a:ext uri="{FF2B5EF4-FFF2-40B4-BE49-F238E27FC236}">
                <a16:creationId xmlns:a16="http://schemas.microsoft.com/office/drawing/2014/main" id="{8CD29216-82C6-FE89-4E44-B15557A3CE50}"/>
              </a:ext>
            </a:extLst>
          </p:cNvPr>
          <p:cNvPicPr>
            <a:picLocks noChangeAspect="1"/>
          </p:cNvPicPr>
          <p:nvPr/>
        </p:nvPicPr>
        <p:blipFill>
          <a:blip r:embed="rId6"/>
          <a:stretch>
            <a:fillRect/>
          </a:stretch>
        </p:blipFill>
        <p:spPr>
          <a:xfrm>
            <a:off x="6759661" y="2615184"/>
            <a:ext cx="270662" cy="270662"/>
          </a:xfrm>
          <a:prstGeom prst="rect">
            <a:avLst/>
          </a:prstGeom>
        </p:spPr>
      </p:pic>
      <p:sp>
        <p:nvSpPr>
          <p:cNvPr id="123" name="Text 20">
            <a:extLst>
              <a:ext uri="{FF2B5EF4-FFF2-40B4-BE49-F238E27FC236}">
                <a16:creationId xmlns:a16="http://schemas.microsoft.com/office/drawing/2014/main" id="{50ACBE91-14BF-DEF0-2106-C91B8F849909}"/>
              </a:ext>
            </a:extLst>
          </p:cNvPr>
          <p:cNvSpPr/>
          <p:nvPr/>
        </p:nvSpPr>
        <p:spPr>
          <a:xfrm>
            <a:off x="6712113" y="2977286"/>
            <a:ext cx="2284171" cy="274320"/>
          </a:xfrm>
          <a:prstGeom prst="rect">
            <a:avLst/>
          </a:prstGeom>
          <a:noFill/>
          <a:ln/>
        </p:spPr>
        <p:txBody>
          <a:bodyPr wrap="square" lIns="0" tIns="0" rIns="0" bIns="0" rtlCol="0" anchor="ctr"/>
          <a:lstStyle/>
          <a:p>
            <a:pPr marL="0" indent="0">
              <a:buNone/>
            </a:pPr>
            <a:r>
              <a:rPr lang="en-US" sz="1400" b="1" kern="0" spc="50" dirty="0">
                <a:solidFill>
                  <a:srgbClr val="E8590C"/>
                </a:solidFill>
                <a:latin typeface="Calibri" pitchFamily="34" charset="0"/>
                <a:ea typeface="Calibri" pitchFamily="34" charset="-122"/>
                <a:cs typeface="Calibri" pitchFamily="34" charset="-120"/>
              </a:rPr>
              <a:t>CONSTRAINTS</a:t>
            </a:r>
            <a:endParaRPr lang="en-US" sz="1400" dirty="0"/>
          </a:p>
        </p:txBody>
      </p:sp>
      <p:sp>
        <p:nvSpPr>
          <p:cNvPr id="125" name="Text 21">
            <a:extLst>
              <a:ext uri="{FF2B5EF4-FFF2-40B4-BE49-F238E27FC236}">
                <a16:creationId xmlns:a16="http://schemas.microsoft.com/office/drawing/2014/main" id="{EDF8E5FF-C96F-D13C-2B91-94CCF80B64B0}"/>
              </a:ext>
            </a:extLst>
          </p:cNvPr>
          <p:cNvSpPr/>
          <p:nvPr/>
        </p:nvSpPr>
        <p:spPr>
          <a:xfrm>
            <a:off x="6730401" y="3297326"/>
            <a:ext cx="2247595" cy="155448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400" dirty="0">
                <a:solidFill>
                  <a:srgbClr val="495057"/>
                </a:solidFill>
                <a:latin typeface="Calibri" pitchFamily="34" charset="0"/>
                <a:ea typeface="Calibri" pitchFamily="34" charset="-122"/>
                <a:cs typeface="Calibri" pitchFamily="34" charset="-120"/>
              </a:rPr>
              <a:t>Heavy peak-hour crowds</a:t>
            </a:r>
            <a:endParaRPr lang="en-US" sz="1400" dirty="0"/>
          </a:p>
          <a:p>
            <a:pPr marL="177800" indent="-177800">
              <a:lnSpc>
                <a:spcPct val="102000"/>
              </a:lnSpc>
              <a:spcAft>
                <a:spcPts val="300"/>
              </a:spcAft>
              <a:buSzPct val="100000"/>
              <a:buChar char="•"/>
            </a:pPr>
            <a:r>
              <a:rPr lang="en-US" sz="1400" dirty="0">
                <a:solidFill>
                  <a:srgbClr val="495057"/>
                </a:solidFill>
                <a:latin typeface="Calibri" pitchFamily="34" charset="0"/>
                <a:ea typeface="Calibri" pitchFamily="34" charset="-122"/>
                <a:cs typeface="Calibri" pitchFamily="34" charset="-120"/>
              </a:rPr>
              <a:t>Existing station infrastructure</a:t>
            </a:r>
            <a:endParaRPr lang="en-US" sz="1400" dirty="0"/>
          </a:p>
          <a:p>
            <a:pPr marL="177800" indent="-177800">
              <a:lnSpc>
                <a:spcPct val="102000"/>
              </a:lnSpc>
              <a:spcAft>
                <a:spcPts val="300"/>
              </a:spcAft>
              <a:buSzPct val="100000"/>
              <a:buChar char="•"/>
            </a:pPr>
            <a:r>
              <a:rPr lang="en-US" sz="1400" dirty="0">
                <a:solidFill>
                  <a:srgbClr val="495057"/>
                </a:solidFill>
                <a:latin typeface="Calibri" pitchFamily="34" charset="0"/>
                <a:ea typeface="Calibri" pitchFamily="34" charset="-122"/>
                <a:cs typeface="Calibri" pitchFamily="34" charset="-120"/>
              </a:rPr>
              <a:t>Limited physical space</a:t>
            </a:r>
            <a:endParaRPr lang="en-US" sz="1400" dirty="0"/>
          </a:p>
          <a:p>
            <a:pPr marL="177800" indent="-177800">
              <a:lnSpc>
                <a:spcPct val="102000"/>
              </a:lnSpc>
              <a:spcAft>
                <a:spcPts val="300"/>
              </a:spcAft>
              <a:buSzPct val="100000"/>
              <a:buChar char="•"/>
            </a:pPr>
            <a:r>
              <a:rPr lang="en-US" sz="1400" dirty="0">
                <a:solidFill>
                  <a:srgbClr val="495057"/>
                </a:solidFill>
                <a:latin typeface="Calibri" pitchFamily="34" charset="0"/>
                <a:ea typeface="Calibri" pitchFamily="34" charset="-122"/>
                <a:cs typeface="Calibri" pitchFamily="34" charset="-120"/>
              </a:rPr>
              <a:t>Multilingual passenger population</a:t>
            </a:r>
            <a:endParaRPr lang="en-US" sz="1400" dirty="0"/>
          </a:p>
          <a:p>
            <a:pPr marL="177800" indent="-177800">
              <a:lnSpc>
                <a:spcPct val="102000"/>
              </a:lnSpc>
              <a:spcAft>
                <a:spcPts val="300"/>
              </a:spcAft>
              <a:buSzPct val="100000"/>
              <a:buChar char="•"/>
            </a:pPr>
            <a:r>
              <a:rPr lang="en-US" sz="1400" dirty="0">
                <a:solidFill>
                  <a:srgbClr val="495057"/>
                </a:solidFill>
                <a:latin typeface="Calibri" pitchFamily="34" charset="0"/>
                <a:ea typeface="Calibri" pitchFamily="34" charset="-122"/>
                <a:cs typeface="Calibri" pitchFamily="34" charset="-120"/>
              </a:rPr>
              <a:t>Accessibility requirements</a:t>
            </a:r>
            <a:endParaRPr lang="en-US" sz="1400" dirty="0"/>
          </a:p>
          <a:p>
            <a:pPr marL="177800" indent="-177800">
              <a:lnSpc>
                <a:spcPct val="102000"/>
              </a:lnSpc>
              <a:spcAft>
                <a:spcPts val="300"/>
              </a:spcAft>
              <a:buSzPct val="100000"/>
              <a:buChar char="•"/>
            </a:pPr>
            <a:r>
              <a:rPr lang="en-US" sz="1400" dirty="0">
                <a:solidFill>
                  <a:srgbClr val="495057"/>
                </a:solidFill>
                <a:latin typeface="Calibri" pitchFamily="34" charset="0"/>
                <a:ea typeface="Calibri" pitchFamily="34" charset="-122"/>
                <a:cs typeface="Calibri" pitchFamily="34" charset="-120"/>
              </a:rPr>
              <a:t>Avoid visual information overload</a:t>
            </a:r>
            <a:endParaRPr lang="en-US" sz="1400" dirty="0"/>
          </a:p>
          <a:p>
            <a:pPr marL="177800" indent="-177800">
              <a:lnSpc>
                <a:spcPct val="102000"/>
              </a:lnSpc>
              <a:spcAft>
                <a:spcPts val="300"/>
              </a:spcAft>
              <a:buSzPct val="100000"/>
              <a:buChar char="•"/>
            </a:pPr>
            <a:r>
              <a:rPr lang="en-US" sz="1400" dirty="0">
                <a:solidFill>
                  <a:srgbClr val="495057"/>
                </a:solidFill>
                <a:latin typeface="Calibri" pitchFamily="34" charset="0"/>
                <a:ea typeface="Calibri" pitchFamily="34" charset="-122"/>
                <a:cs typeface="Calibri" pitchFamily="34" charset="-120"/>
              </a:rPr>
              <a:t>Cannot depend entirely on smartphones</a:t>
            </a:r>
            <a:endParaRPr lang="en-US" sz="1400" dirty="0"/>
          </a:p>
          <a:p>
            <a:pPr marL="177800" indent="-177800">
              <a:lnSpc>
                <a:spcPct val="102000"/>
              </a:lnSpc>
              <a:spcAft>
                <a:spcPts val="300"/>
              </a:spcAft>
              <a:buSzPct val="100000"/>
              <a:buChar char="•"/>
            </a:pPr>
            <a:r>
              <a:rPr lang="en-US" sz="1400" dirty="0">
                <a:solidFill>
                  <a:srgbClr val="495057"/>
                </a:solidFill>
                <a:latin typeface="Calibri" pitchFamily="34" charset="0"/>
                <a:ea typeface="Calibri" pitchFamily="34" charset="-122"/>
                <a:cs typeface="Calibri" pitchFamily="34" charset="-120"/>
              </a:rPr>
              <a:t>Safety &amp; emergency regulations</a:t>
            </a:r>
            <a:endParaRPr lang="en-US" sz="1400" dirty="0"/>
          </a:p>
        </p:txBody>
      </p:sp>
      <p:sp>
        <p:nvSpPr>
          <p:cNvPr id="127" name="Shape 6">
            <a:extLst>
              <a:ext uri="{FF2B5EF4-FFF2-40B4-BE49-F238E27FC236}">
                <a16:creationId xmlns:a16="http://schemas.microsoft.com/office/drawing/2014/main" id="{EABD6B03-4901-D4F2-8AA5-B76EB37AB90A}"/>
              </a:ext>
            </a:extLst>
          </p:cNvPr>
          <p:cNvSpPr/>
          <p:nvPr/>
        </p:nvSpPr>
        <p:spPr>
          <a:xfrm>
            <a:off x="9258829" y="2358317"/>
            <a:ext cx="2870531" cy="4101165"/>
          </a:xfrm>
          <a:prstGeom prst="roundRect">
            <a:avLst>
              <a:gd name="adj" fmla="val 2909"/>
            </a:avLst>
          </a:prstGeom>
          <a:solidFill>
            <a:srgbClr val="F7FAFB"/>
          </a:solidFill>
          <a:ln w="12700">
            <a:solidFill>
              <a:srgbClr val="DCE4E6"/>
            </a:solidFill>
            <a:prstDash val="solid"/>
          </a:ln>
          <a:effectLst>
            <a:outerShdw blurRad="76200" dist="25400" dir="5400000" algn="bl" rotWithShape="0">
              <a:srgbClr val="8A99A8">
                <a:alpha val="22000"/>
              </a:srgbClr>
            </a:outerShdw>
          </a:effectLst>
        </p:spPr>
        <p:txBody>
          <a:bodyPr/>
          <a:lstStyle/>
          <a:p>
            <a:endParaRPr lang="en-IN" dirty="0"/>
          </a:p>
        </p:txBody>
      </p:sp>
      <p:sp>
        <p:nvSpPr>
          <p:cNvPr id="145" name="Shape 11">
            <a:extLst>
              <a:ext uri="{FF2B5EF4-FFF2-40B4-BE49-F238E27FC236}">
                <a16:creationId xmlns:a16="http://schemas.microsoft.com/office/drawing/2014/main" id="{F9487D2A-0DF9-3BDA-C60C-21BE6EA66C31}"/>
              </a:ext>
            </a:extLst>
          </p:cNvPr>
          <p:cNvSpPr/>
          <p:nvPr/>
        </p:nvSpPr>
        <p:spPr>
          <a:xfrm>
            <a:off x="9453981" y="2527402"/>
            <a:ext cx="365760" cy="365760"/>
          </a:xfrm>
          <a:prstGeom prst="ellipse">
            <a:avLst/>
          </a:prstGeom>
          <a:solidFill>
            <a:srgbClr val="1E2761"/>
          </a:solidFill>
          <a:ln/>
        </p:spPr>
      </p:sp>
      <p:pic>
        <p:nvPicPr>
          <p:cNvPr id="147" name="Image 3" descr="/home/claude/ameerpet/icons/confirm.png">
            <a:extLst>
              <a:ext uri="{FF2B5EF4-FFF2-40B4-BE49-F238E27FC236}">
                <a16:creationId xmlns:a16="http://schemas.microsoft.com/office/drawing/2014/main" id="{8137B83E-6D8D-EFFB-5DF2-DF712C27FE70}"/>
              </a:ext>
            </a:extLst>
          </p:cNvPr>
          <p:cNvPicPr>
            <a:picLocks noChangeAspect="1"/>
          </p:cNvPicPr>
          <p:nvPr/>
        </p:nvPicPr>
        <p:blipFill>
          <a:blip r:embed="rId7"/>
          <a:stretch>
            <a:fillRect/>
          </a:stretch>
        </p:blipFill>
        <p:spPr>
          <a:xfrm>
            <a:off x="9501530" y="2605793"/>
            <a:ext cx="270662" cy="270662"/>
          </a:xfrm>
          <a:prstGeom prst="rect">
            <a:avLst/>
          </a:prstGeom>
        </p:spPr>
      </p:pic>
      <p:sp>
        <p:nvSpPr>
          <p:cNvPr id="149" name="Text 12">
            <a:extLst>
              <a:ext uri="{FF2B5EF4-FFF2-40B4-BE49-F238E27FC236}">
                <a16:creationId xmlns:a16="http://schemas.microsoft.com/office/drawing/2014/main" id="{03DADD3E-6304-2337-447E-CC4BDD408D83}"/>
              </a:ext>
            </a:extLst>
          </p:cNvPr>
          <p:cNvSpPr/>
          <p:nvPr/>
        </p:nvSpPr>
        <p:spPr>
          <a:xfrm>
            <a:off x="9447581" y="2843784"/>
            <a:ext cx="2284171" cy="380390"/>
          </a:xfrm>
          <a:prstGeom prst="rect">
            <a:avLst/>
          </a:prstGeom>
          <a:noFill/>
          <a:ln/>
        </p:spPr>
        <p:txBody>
          <a:bodyPr wrap="square" lIns="0" tIns="0" rIns="0" bIns="0" rtlCol="0" anchor="ctr"/>
          <a:lstStyle/>
          <a:p>
            <a:pPr marL="0" indent="0">
              <a:buNone/>
            </a:pPr>
            <a:r>
              <a:rPr lang="en-US" sz="1400" b="1" kern="0" spc="50" dirty="0">
                <a:solidFill>
                  <a:srgbClr val="1E2761"/>
                </a:solidFill>
                <a:latin typeface="Calibri" pitchFamily="34" charset="0"/>
                <a:ea typeface="Calibri" pitchFamily="34" charset="-122"/>
                <a:cs typeface="Calibri" pitchFamily="34" charset="-120"/>
              </a:rPr>
              <a:t>SUCCESS CRITERIA</a:t>
            </a:r>
            <a:endParaRPr lang="en-US" sz="1400" dirty="0"/>
          </a:p>
        </p:txBody>
      </p:sp>
      <p:sp>
        <p:nvSpPr>
          <p:cNvPr id="151" name="Text 13">
            <a:extLst>
              <a:ext uri="{FF2B5EF4-FFF2-40B4-BE49-F238E27FC236}">
                <a16:creationId xmlns:a16="http://schemas.microsoft.com/office/drawing/2014/main" id="{42124532-BC76-AA61-5CC8-F505EBC8918F}"/>
              </a:ext>
            </a:extLst>
          </p:cNvPr>
          <p:cNvSpPr/>
          <p:nvPr/>
        </p:nvSpPr>
        <p:spPr>
          <a:xfrm>
            <a:off x="9325469" y="3154681"/>
            <a:ext cx="2835168" cy="1754486"/>
          </a:xfrm>
          <a:prstGeom prst="rect">
            <a:avLst/>
          </a:prstGeom>
          <a:noFill/>
          <a:ln/>
        </p:spPr>
        <p:txBody>
          <a:bodyPr wrap="square" lIns="0" tIns="0" rIns="0" bIns="0" rtlCol="0" anchor="t"/>
          <a:lstStyle/>
          <a:p>
            <a:pPr marL="171450" lvl="0" indent="-171450">
              <a:buFont typeface="Arial" panose="020B0604020202020204" pitchFamily="34" charset="0"/>
              <a:buChar char="•"/>
            </a:pPr>
            <a:r>
              <a:rPr lang="en-IN" sz="1200" dirty="0"/>
              <a:t>Reduce confusion while navigating the interchange. </a:t>
            </a:r>
          </a:p>
          <a:p>
            <a:pPr marL="171450" lvl="0" indent="-171450">
              <a:buFont typeface="Arial" panose="020B0604020202020204" pitchFamily="34" charset="0"/>
              <a:buChar char="•"/>
            </a:pPr>
            <a:r>
              <a:rPr lang="en-IN" sz="1200" dirty="0"/>
              <a:t>Help passengers find the correct platform quickly. </a:t>
            </a:r>
          </a:p>
          <a:p>
            <a:pPr marL="171450" lvl="0" indent="-171450">
              <a:buFont typeface="Arial" panose="020B0604020202020204" pitchFamily="34" charset="0"/>
              <a:buChar char="•"/>
            </a:pPr>
            <a:r>
              <a:rPr lang="en-IN" sz="1200" dirty="0"/>
              <a:t>Reduce unnecessary walking and wrong turns. </a:t>
            </a:r>
          </a:p>
          <a:p>
            <a:pPr marL="171450" lvl="0" indent="-171450">
              <a:buFont typeface="Arial" panose="020B0604020202020204" pitchFamily="34" charset="0"/>
              <a:buChar char="•"/>
            </a:pPr>
            <a:r>
              <a:rPr lang="en-IN" sz="1200" dirty="0"/>
              <a:t>Make interchange routes easier to understand. </a:t>
            </a:r>
          </a:p>
          <a:p>
            <a:pPr marL="171450" lvl="0" indent="-171450">
              <a:buFont typeface="Arial" panose="020B0604020202020204" pitchFamily="34" charset="0"/>
              <a:buChar char="•"/>
            </a:pPr>
            <a:r>
              <a:rPr lang="en-IN" sz="1200" dirty="0"/>
              <a:t>Improve visibility of lifts, escalators, and exits. </a:t>
            </a:r>
          </a:p>
          <a:p>
            <a:pPr marL="171450" lvl="0" indent="-171450">
              <a:buFont typeface="Arial" panose="020B0604020202020204" pitchFamily="34" charset="0"/>
              <a:buChar char="•"/>
            </a:pPr>
            <a:r>
              <a:rPr lang="en-IN" sz="1200" dirty="0"/>
              <a:t>Reduce dependence on staff for directions. </a:t>
            </a:r>
          </a:p>
          <a:p>
            <a:pPr marL="171450" lvl="0" indent="-171450">
              <a:buFont typeface="Arial" panose="020B0604020202020204" pitchFamily="34" charset="0"/>
              <a:buChar char="•"/>
            </a:pPr>
            <a:r>
              <a:rPr lang="en-IN" sz="1200" dirty="0"/>
              <a:t>Make navigation easier during peak-hour crowds. </a:t>
            </a:r>
          </a:p>
          <a:p>
            <a:pPr marL="171450" lvl="0" indent="-171450">
              <a:buFont typeface="Arial" panose="020B0604020202020204" pitchFamily="34" charset="0"/>
              <a:buChar char="•"/>
            </a:pPr>
            <a:r>
              <a:rPr lang="en-IN" sz="1200" dirty="0"/>
              <a:t>Improve accessibility for elderly and first-time </a:t>
            </a:r>
            <a:r>
              <a:rPr lang="en-IN" sz="1200" dirty="0" err="1"/>
              <a:t>travelers</a:t>
            </a:r>
            <a:r>
              <a:rPr lang="en-IN" sz="1200" dirty="0"/>
              <a:t>. </a:t>
            </a:r>
          </a:p>
          <a:p>
            <a:pPr marL="171450" lvl="0" indent="-171450">
              <a:buFont typeface="Arial" panose="020B0604020202020204" pitchFamily="34" charset="0"/>
              <a:buChar char="•"/>
            </a:pPr>
            <a:r>
              <a:rPr lang="en-IN" sz="1200" dirty="0"/>
              <a:t>Reduce passenger stress while changing lines. </a:t>
            </a:r>
          </a:p>
          <a:p>
            <a:pPr marL="171450" lvl="0" indent="-171450">
              <a:buFont typeface="Arial" panose="020B0604020202020204" pitchFamily="34" charset="0"/>
              <a:buChar char="•"/>
            </a:pPr>
            <a:r>
              <a:rPr lang="en-IN" sz="1200" dirty="0"/>
              <a:t>Increase confidence in independent navigation.</a:t>
            </a:r>
          </a:p>
          <a:p>
            <a:pPr lvl="0"/>
            <a:endParaRPr lang="en-IN"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292608"/>
            <a:ext cx="9601200" cy="502920"/>
          </a:xfrm>
          <a:prstGeom prst="rect">
            <a:avLst/>
          </a:prstGeom>
          <a:noFill/>
          <a:ln/>
        </p:spPr>
        <p:txBody>
          <a:bodyPr wrap="square" lIns="0" tIns="0" rIns="0" bIns="0" rtlCol="0" anchor="ctr"/>
          <a:lstStyle/>
          <a:p>
            <a:pPr marL="0" indent="0" algn="l">
              <a:buNone/>
            </a:pPr>
            <a:r>
              <a:rPr lang="en-US" sz="3000" b="1" dirty="0">
                <a:solidFill>
                  <a:srgbClr val="1E2761"/>
                </a:solidFill>
                <a:latin typeface="Calibri" pitchFamily="34" charset="0"/>
                <a:ea typeface="Calibri" pitchFamily="34" charset="-122"/>
                <a:cs typeface="Calibri" pitchFamily="34" charset="-120"/>
              </a:rPr>
              <a:t>STAKEHOLDER MAP</a:t>
            </a:r>
            <a:endParaRPr lang="en-US" sz="3000" dirty="0"/>
          </a:p>
        </p:txBody>
      </p:sp>
      <p:sp>
        <p:nvSpPr>
          <p:cNvPr id="3" name="Text 1"/>
          <p:cNvSpPr/>
          <p:nvPr/>
        </p:nvSpPr>
        <p:spPr>
          <a:xfrm>
            <a:off x="457200" y="777240"/>
            <a:ext cx="9875520" cy="365760"/>
          </a:xfrm>
          <a:prstGeom prst="rect">
            <a:avLst/>
          </a:prstGeom>
          <a:noFill/>
          <a:ln/>
        </p:spPr>
        <p:txBody>
          <a:bodyPr wrap="square" lIns="0" tIns="0" rIns="0" bIns="0" rtlCol="0" anchor="ctr"/>
          <a:lstStyle/>
          <a:p>
            <a:pPr marL="0" indent="0" algn="l">
              <a:buNone/>
            </a:pPr>
            <a:r>
              <a:rPr lang="en-US" sz="1500" i="1" dirty="0">
                <a:solidFill>
                  <a:srgbClr val="085A68"/>
                </a:solidFill>
                <a:latin typeface="Calibri" pitchFamily="34" charset="0"/>
                <a:ea typeface="Calibri" pitchFamily="34" charset="-122"/>
                <a:cs typeface="Calibri" pitchFamily="34" charset="-120"/>
              </a:rPr>
              <a:t>Who Has Power &amp; Interest in This Problem?</a:t>
            </a:r>
            <a:endParaRPr lang="en-US" sz="1500" dirty="0"/>
          </a:p>
        </p:txBody>
      </p:sp>
      <p:sp>
        <p:nvSpPr>
          <p:cNvPr id="4" name="Shape 2"/>
          <p:cNvSpPr/>
          <p:nvPr/>
        </p:nvSpPr>
        <p:spPr>
          <a:xfrm>
            <a:off x="11109960" y="320040"/>
            <a:ext cx="621792" cy="621792"/>
          </a:xfrm>
          <a:prstGeom prst="ellipse">
            <a:avLst/>
          </a:prstGeom>
          <a:solidFill>
            <a:srgbClr val="0B7285"/>
          </a:solidFill>
          <a:ln/>
        </p:spPr>
      </p:sp>
      <p:pic>
        <p:nvPicPr>
          <p:cNvPr id="5" name="Image 0" descr="/home/claude/ameerpet/icons/building.png"/>
          <p:cNvPicPr>
            <a:picLocks noChangeAspect="1"/>
          </p:cNvPicPr>
          <p:nvPr/>
        </p:nvPicPr>
        <p:blipFill>
          <a:blip r:embed="rId3"/>
          <a:stretch>
            <a:fillRect/>
          </a:stretch>
        </p:blipFill>
        <p:spPr>
          <a:xfrm>
            <a:off x="11190793" y="400873"/>
            <a:ext cx="460126" cy="460126"/>
          </a:xfrm>
          <a:prstGeom prst="rect">
            <a:avLst/>
          </a:prstGeom>
        </p:spPr>
      </p:pic>
      <p:sp>
        <p:nvSpPr>
          <p:cNvPr id="6" name="Shape 3"/>
          <p:cNvSpPr/>
          <p:nvPr/>
        </p:nvSpPr>
        <p:spPr>
          <a:xfrm>
            <a:off x="457200" y="1280160"/>
            <a:ext cx="5500116" cy="2212848"/>
          </a:xfrm>
          <a:prstGeom prst="roundRect">
            <a:avLst>
              <a:gd name="adj" fmla="val 3306"/>
            </a:avLst>
          </a:prstGeom>
          <a:solidFill>
            <a:srgbClr val="E9F4F5"/>
          </a:solidFill>
          <a:ln w="12700">
            <a:solidFill>
              <a:srgbClr val="E9F4F5"/>
            </a:solidFill>
            <a:prstDash val="solid"/>
          </a:ln>
          <a:effectLst>
            <a:outerShdw blurRad="76200" dist="25400" dir="5400000" algn="bl" rotWithShape="0">
              <a:srgbClr val="8A99A8">
                <a:alpha val="22000"/>
              </a:srgbClr>
            </a:outerShdw>
          </a:effectLst>
        </p:spPr>
      </p:sp>
      <p:sp>
        <p:nvSpPr>
          <p:cNvPr id="7" name="Shape 4"/>
          <p:cNvSpPr/>
          <p:nvPr/>
        </p:nvSpPr>
        <p:spPr>
          <a:xfrm>
            <a:off x="640080" y="1444752"/>
            <a:ext cx="438912" cy="438912"/>
          </a:xfrm>
          <a:prstGeom prst="ellipse">
            <a:avLst/>
          </a:prstGeom>
          <a:solidFill>
            <a:srgbClr val="0B7285"/>
          </a:solidFill>
          <a:ln/>
        </p:spPr>
      </p:sp>
      <p:pic>
        <p:nvPicPr>
          <p:cNvPr id="8" name="Image 1" descr="/home/claude/ameerpet/icons/govt.png"/>
          <p:cNvPicPr>
            <a:picLocks noChangeAspect="1"/>
          </p:cNvPicPr>
          <p:nvPr/>
        </p:nvPicPr>
        <p:blipFill>
          <a:blip r:embed="rId4"/>
          <a:stretch>
            <a:fillRect/>
          </a:stretch>
        </p:blipFill>
        <p:spPr>
          <a:xfrm>
            <a:off x="697139" y="1501811"/>
            <a:ext cx="324795" cy="324795"/>
          </a:xfrm>
          <a:prstGeom prst="rect">
            <a:avLst/>
          </a:prstGeom>
        </p:spPr>
      </p:pic>
      <p:sp>
        <p:nvSpPr>
          <p:cNvPr id="9" name="Text 5"/>
          <p:cNvSpPr/>
          <p:nvPr/>
        </p:nvSpPr>
        <p:spPr>
          <a:xfrm>
            <a:off x="1207008" y="1408176"/>
            <a:ext cx="4037076" cy="329184"/>
          </a:xfrm>
          <a:prstGeom prst="rect">
            <a:avLst/>
          </a:prstGeom>
          <a:noFill/>
          <a:ln/>
        </p:spPr>
        <p:txBody>
          <a:bodyPr wrap="square" lIns="0" tIns="0" rIns="0" bIns="0" rtlCol="0" anchor="ctr"/>
          <a:lstStyle/>
          <a:p>
            <a:pPr marL="0" indent="0">
              <a:buNone/>
            </a:pPr>
            <a:r>
              <a:rPr lang="en-US" sz="1600" b="1" dirty="0">
                <a:solidFill>
                  <a:srgbClr val="0B7285"/>
                </a:solidFill>
                <a:latin typeface="Calibri" pitchFamily="34" charset="0"/>
                <a:ea typeface="Calibri" pitchFamily="34" charset="-122"/>
                <a:cs typeface="Calibri" pitchFamily="34" charset="-120"/>
              </a:rPr>
              <a:t>HIGH POWER · HIGH INTEREST</a:t>
            </a:r>
            <a:endParaRPr lang="en-US" sz="1600" dirty="0"/>
          </a:p>
        </p:txBody>
      </p:sp>
      <p:sp>
        <p:nvSpPr>
          <p:cNvPr id="10" name="Shape 6"/>
          <p:cNvSpPr/>
          <p:nvPr/>
        </p:nvSpPr>
        <p:spPr>
          <a:xfrm>
            <a:off x="4539996" y="1463040"/>
            <a:ext cx="1234440" cy="292608"/>
          </a:xfrm>
          <a:prstGeom prst="roundRect">
            <a:avLst>
              <a:gd name="adj" fmla="val 50000"/>
            </a:avLst>
          </a:prstGeom>
          <a:solidFill>
            <a:srgbClr val="0B7285"/>
          </a:solidFill>
          <a:ln/>
        </p:spPr>
      </p:sp>
      <p:sp>
        <p:nvSpPr>
          <p:cNvPr id="11" name="Text 7"/>
          <p:cNvSpPr/>
          <p:nvPr/>
        </p:nvSpPr>
        <p:spPr>
          <a:xfrm>
            <a:off x="4567428" y="1463040"/>
            <a:ext cx="1179576"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Manage Closely</a:t>
            </a:r>
            <a:endParaRPr lang="en-US" sz="1200" dirty="0"/>
          </a:p>
        </p:txBody>
      </p:sp>
      <p:sp>
        <p:nvSpPr>
          <p:cNvPr id="12" name="Text 8"/>
          <p:cNvSpPr/>
          <p:nvPr/>
        </p:nvSpPr>
        <p:spPr>
          <a:xfrm>
            <a:off x="685800" y="1938528"/>
            <a:ext cx="5042916" cy="1435608"/>
          </a:xfrm>
          <a:prstGeom prst="rect">
            <a:avLst/>
          </a:prstGeom>
          <a:noFill/>
          <a:ln/>
        </p:spPr>
        <p:txBody>
          <a:bodyPr wrap="square" lIns="0" tIns="0" rIns="0" bIns="0" rtlCol="0" anchor="t"/>
          <a:lstStyle/>
          <a:p>
            <a:pPr marL="177800" indent="-177800">
              <a:lnSpc>
                <a:spcPct val="102000"/>
              </a:lnSpc>
              <a:spcAft>
                <a:spcPts val="500"/>
              </a:spcAft>
              <a:buSzPct val="100000"/>
              <a:buChar char="•"/>
            </a:pPr>
            <a:r>
              <a:rPr lang="en-US" sz="1400" dirty="0">
                <a:solidFill>
                  <a:srgbClr val="495057"/>
                </a:solidFill>
                <a:latin typeface="Calibri" pitchFamily="34" charset="0"/>
                <a:ea typeface="Calibri" pitchFamily="34" charset="-122"/>
                <a:cs typeface="Calibri" pitchFamily="34" charset="-120"/>
              </a:rPr>
              <a:t>Metro operator / station management</a:t>
            </a:r>
            <a:endParaRPr lang="en-US" sz="1400" dirty="0"/>
          </a:p>
          <a:p>
            <a:pPr marL="177800" indent="-177800">
              <a:lnSpc>
                <a:spcPct val="102000"/>
              </a:lnSpc>
              <a:spcAft>
                <a:spcPts val="500"/>
              </a:spcAft>
              <a:buSzPct val="100000"/>
              <a:buChar char="•"/>
            </a:pPr>
            <a:r>
              <a:rPr lang="en-US" sz="1400" dirty="0">
                <a:solidFill>
                  <a:srgbClr val="495057"/>
                </a:solidFill>
                <a:latin typeface="Calibri" pitchFamily="34" charset="0"/>
                <a:ea typeface="Calibri" pitchFamily="34" charset="-122"/>
                <a:cs typeface="Calibri" pitchFamily="34" charset="-120"/>
              </a:rPr>
              <a:t>Metro operations team</a:t>
            </a:r>
            <a:endParaRPr lang="en-US" sz="1400" dirty="0"/>
          </a:p>
        </p:txBody>
      </p:sp>
      <p:sp>
        <p:nvSpPr>
          <p:cNvPr id="13" name="Shape 9"/>
          <p:cNvSpPr/>
          <p:nvPr/>
        </p:nvSpPr>
        <p:spPr>
          <a:xfrm>
            <a:off x="6231636" y="1280160"/>
            <a:ext cx="5500116" cy="2212848"/>
          </a:xfrm>
          <a:prstGeom prst="roundRect">
            <a:avLst>
              <a:gd name="adj" fmla="val 3306"/>
            </a:avLst>
          </a:prstGeom>
          <a:solidFill>
            <a:srgbClr val="EAEBF5"/>
          </a:solidFill>
          <a:ln w="12700">
            <a:solidFill>
              <a:srgbClr val="EAEBF5"/>
            </a:solidFill>
            <a:prstDash val="solid"/>
          </a:ln>
          <a:effectLst>
            <a:outerShdw blurRad="76200" dist="25400" dir="5400000" algn="bl" rotWithShape="0">
              <a:srgbClr val="8A99A8">
                <a:alpha val="22000"/>
              </a:srgbClr>
            </a:outerShdw>
          </a:effectLst>
        </p:spPr>
      </p:sp>
      <p:sp>
        <p:nvSpPr>
          <p:cNvPr id="14" name="Shape 10"/>
          <p:cNvSpPr/>
          <p:nvPr/>
        </p:nvSpPr>
        <p:spPr>
          <a:xfrm>
            <a:off x="6414516" y="1444752"/>
            <a:ext cx="438912" cy="438912"/>
          </a:xfrm>
          <a:prstGeom prst="ellipse">
            <a:avLst/>
          </a:prstGeom>
          <a:solidFill>
            <a:srgbClr val="1E2761"/>
          </a:solidFill>
          <a:ln/>
        </p:spPr>
      </p:sp>
      <p:pic>
        <p:nvPicPr>
          <p:cNvPr id="15" name="Image 2" descr="/home/claude/ameerpet/icons/building.png"/>
          <p:cNvPicPr>
            <a:picLocks noChangeAspect="1"/>
          </p:cNvPicPr>
          <p:nvPr/>
        </p:nvPicPr>
        <p:blipFill>
          <a:blip r:embed="rId3"/>
          <a:stretch>
            <a:fillRect/>
          </a:stretch>
        </p:blipFill>
        <p:spPr>
          <a:xfrm>
            <a:off x="6471575" y="1501811"/>
            <a:ext cx="324795" cy="324795"/>
          </a:xfrm>
          <a:prstGeom prst="rect">
            <a:avLst/>
          </a:prstGeom>
        </p:spPr>
      </p:pic>
      <p:sp>
        <p:nvSpPr>
          <p:cNvPr id="16" name="Text 11"/>
          <p:cNvSpPr/>
          <p:nvPr/>
        </p:nvSpPr>
        <p:spPr>
          <a:xfrm>
            <a:off x="6981444" y="1408176"/>
            <a:ext cx="4037076" cy="329184"/>
          </a:xfrm>
          <a:prstGeom prst="rect">
            <a:avLst/>
          </a:prstGeom>
          <a:noFill/>
          <a:ln/>
        </p:spPr>
        <p:txBody>
          <a:bodyPr wrap="square" lIns="0" tIns="0" rIns="0" bIns="0"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HIGH POWER · MEDIUM INTEREST</a:t>
            </a:r>
            <a:endParaRPr lang="en-US" sz="1600" dirty="0"/>
          </a:p>
        </p:txBody>
      </p:sp>
      <p:sp>
        <p:nvSpPr>
          <p:cNvPr id="17" name="Shape 12"/>
          <p:cNvSpPr/>
          <p:nvPr/>
        </p:nvSpPr>
        <p:spPr>
          <a:xfrm>
            <a:off x="10314432" y="1463040"/>
            <a:ext cx="1234440" cy="292608"/>
          </a:xfrm>
          <a:prstGeom prst="roundRect">
            <a:avLst>
              <a:gd name="adj" fmla="val 50000"/>
            </a:avLst>
          </a:prstGeom>
          <a:solidFill>
            <a:srgbClr val="1E2761"/>
          </a:solidFill>
          <a:ln/>
        </p:spPr>
      </p:sp>
      <p:sp>
        <p:nvSpPr>
          <p:cNvPr id="18" name="Text 13"/>
          <p:cNvSpPr/>
          <p:nvPr/>
        </p:nvSpPr>
        <p:spPr>
          <a:xfrm>
            <a:off x="10341864" y="1463040"/>
            <a:ext cx="1179576"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Keep Satisfied</a:t>
            </a:r>
            <a:endParaRPr lang="en-US" sz="1200" dirty="0"/>
          </a:p>
        </p:txBody>
      </p:sp>
      <p:sp>
        <p:nvSpPr>
          <p:cNvPr id="19" name="Text 14"/>
          <p:cNvSpPr/>
          <p:nvPr/>
        </p:nvSpPr>
        <p:spPr>
          <a:xfrm>
            <a:off x="6460236" y="1938528"/>
            <a:ext cx="5042916" cy="1435608"/>
          </a:xfrm>
          <a:prstGeom prst="rect">
            <a:avLst/>
          </a:prstGeom>
          <a:noFill/>
          <a:ln/>
        </p:spPr>
        <p:txBody>
          <a:bodyPr wrap="square" lIns="0" tIns="0" rIns="0" bIns="0" rtlCol="0" anchor="t"/>
          <a:lstStyle/>
          <a:p>
            <a:pPr marL="177800" indent="-177800">
              <a:lnSpc>
                <a:spcPct val="102000"/>
              </a:lnSpc>
              <a:spcAft>
                <a:spcPts val="500"/>
              </a:spcAft>
              <a:buSzPct val="100000"/>
              <a:buChar char="•"/>
            </a:pPr>
            <a:r>
              <a:rPr lang="en-US" sz="1600" dirty="0">
                <a:solidFill>
                  <a:srgbClr val="495057"/>
                </a:solidFill>
                <a:latin typeface="Calibri" pitchFamily="34" charset="0"/>
                <a:ea typeface="Calibri" pitchFamily="34" charset="-122"/>
                <a:cs typeface="Calibri" pitchFamily="34" charset="-120"/>
              </a:rPr>
              <a:t>Government / transport authorities</a:t>
            </a:r>
            <a:endParaRPr lang="en-US" sz="1600" dirty="0"/>
          </a:p>
          <a:p>
            <a:pPr marL="177800" indent="-177800">
              <a:lnSpc>
                <a:spcPct val="102000"/>
              </a:lnSpc>
              <a:spcAft>
                <a:spcPts val="500"/>
              </a:spcAft>
              <a:buSzPct val="100000"/>
              <a:buChar char="•"/>
            </a:pPr>
            <a:r>
              <a:rPr lang="en-US" sz="1600" dirty="0">
                <a:solidFill>
                  <a:srgbClr val="495057"/>
                </a:solidFill>
                <a:latin typeface="Calibri" pitchFamily="34" charset="0"/>
                <a:ea typeface="Calibri" pitchFamily="34" charset="-122"/>
                <a:cs typeface="Calibri" pitchFamily="34" charset="-120"/>
              </a:rPr>
              <a:t>Safety &amp; regulatory authorities</a:t>
            </a:r>
            <a:endParaRPr lang="en-US" sz="1600" dirty="0"/>
          </a:p>
        </p:txBody>
      </p:sp>
      <p:sp>
        <p:nvSpPr>
          <p:cNvPr id="20" name="Shape 15"/>
          <p:cNvSpPr/>
          <p:nvPr/>
        </p:nvSpPr>
        <p:spPr>
          <a:xfrm>
            <a:off x="457200" y="3767328"/>
            <a:ext cx="5500116" cy="2212848"/>
          </a:xfrm>
          <a:prstGeom prst="roundRect">
            <a:avLst>
              <a:gd name="adj" fmla="val 3306"/>
            </a:avLst>
          </a:prstGeom>
          <a:solidFill>
            <a:srgbClr val="E6F7F1"/>
          </a:solidFill>
          <a:ln w="12700">
            <a:solidFill>
              <a:srgbClr val="E6F7F1"/>
            </a:solidFill>
            <a:prstDash val="solid"/>
          </a:ln>
          <a:effectLst>
            <a:outerShdw blurRad="76200" dist="25400" dir="5400000" algn="bl" rotWithShape="0">
              <a:srgbClr val="8A99A8">
                <a:alpha val="22000"/>
              </a:srgbClr>
            </a:outerShdw>
          </a:effectLst>
        </p:spPr>
      </p:sp>
      <p:sp>
        <p:nvSpPr>
          <p:cNvPr id="21" name="Shape 16"/>
          <p:cNvSpPr/>
          <p:nvPr/>
        </p:nvSpPr>
        <p:spPr>
          <a:xfrm>
            <a:off x="640080" y="3931920"/>
            <a:ext cx="438912" cy="438912"/>
          </a:xfrm>
          <a:prstGeom prst="ellipse">
            <a:avLst/>
          </a:prstGeom>
          <a:solidFill>
            <a:srgbClr val="0CA678"/>
          </a:solidFill>
          <a:ln/>
        </p:spPr>
      </p:sp>
      <p:pic>
        <p:nvPicPr>
          <p:cNvPr id="22" name="Image 3" descr="/home/claude/ameerpet/icons/tools.png"/>
          <p:cNvPicPr>
            <a:picLocks noChangeAspect="1"/>
          </p:cNvPicPr>
          <p:nvPr/>
        </p:nvPicPr>
        <p:blipFill>
          <a:blip r:embed="rId5"/>
          <a:stretch>
            <a:fillRect/>
          </a:stretch>
        </p:blipFill>
        <p:spPr>
          <a:xfrm>
            <a:off x="697139" y="3988979"/>
            <a:ext cx="324795" cy="324795"/>
          </a:xfrm>
          <a:prstGeom prst="rect">
            <a:avLst/>
          </a:prstGeom>
        </p:spPr>
      </p:pic>
      <p:sp>
        <p:nvSpPr>
          <p:cNvPr id="23" name="Text 17"/>
          <p:cNvSpPr/>
          <p:nvPr/>
        </p:nvSpPr>
        <p:spPr>
          <a:xfrm>
            <a:off x="1207008" y="3895344"/>
            <a:ext cx="4037076" cy="329184"/>
          </a:xfrm>
          <a:prstGeom prst="rect">
            <a:avLst/>
          </a:prstGeom>
          <a:noFill/>
          <a:ln/>
        </p:spPr>
        <p:txBody>
          <a:bodyPr wrap="square" lIns="0" tIns="0" rIns="0" bIns="0" rtlCol="0" anchor="ctr"/>
          <a:lstStyle/>
          <a:p>
            <a:pPr marL="0" indent="0">
              <a:buNone/>
            </a:pPr>
            <a:r>
              <a:rPr lang="en-US" sz="1400" b="1" dirty="0">
                <a:solidFill>
                  <a:srgbClr val="0CA678"/>
                </a:solidFill>
                <a:latin typeface="Calibri" pitchFamily="34" charset="0"/>
                <a:ea typeface="Calibri" pitchFamily="34" charset="-122"/>
                <a:cs typeface="Calibri" pitchFamily="34" charset="-120"/>
              </a:rPr>
              <a:t>MEDIUM POWER · HIGH INTEREST</a:t>
            </a:r>
            <a:endParaRPr lang="en-US" sz="1400" dirty="0"/>
          </a:p>
        </p:txBody>
      </p:sp>
      <p:sp>
        <p:nvSpPr>
          <p:cNvPr id="24" name="Shape 18"/>
          <p:cNvSpPr/>
          <p:nvPr/>
        </p:nvSpPr>
        <p:spPr>
          <a:xfrm>
            <a:off x="4482938" y="3950208"/>
            <a:ext cx="1291498" cy="329184"/>
          </a:xfrm>
          <a:prstGeom prst="roundRect">
            <a:avLst>
              <a:gd name="adj" fmla="val 50000"/>
            </a:avLst>
          </a:prstGeom>
          <a:solidFill>
            <a:srgbClr val="0CA678"/>
          </a:solidFill>
          <a:ln/>
        </p:spPr>
      </p:sp>
      <p:sp>
        <p:nvSpPr>
          <p:cNvPr id="25" name="Text 19"/>
          <p:cNvSpPr/>
          <p:nvPr/>
        </p:nvSpPr>
        <p:spPr>
          <a:xfrm>
            <a:off x="4567428" y="3950208"/>
            <a:ext cx="1207008"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Keep Informed / Involve</a:t>
            </a:r>
            <a:endParaRPr lang="en-US" sz="1200" dirty="0"/>
          </a:p>
        </p:txBody>
      </p:sp>
      <p:sp>
        <p:nvSpPr>
          <p:cNvPr id="26" name="Text 20"/>
          <p:cNvSpPr/>
          <p:nvPr/>
        </p:nvSpPr>
        <p:spPr>
          <a:xfrm>
            <a:off x="685800" y="4425696"/>
            <a:ext cx="5042916" cy="1435608"/>
          </a:xfrm>
          <a:prstGeom prst="rect">
            <a:avLst/>
          </a:prstGeom>
          <a:noFill/>
          <a:ln/>
        </p:spPr>
        <p:txBody>
          <a:bodyPr wrap="square" lIns="0" tIns="0" rIns="0" bIns="0" rtlCol="0" anchor="t"/>
          <a:lstStyle/>
          <a:p>
            <a:pPr marL="177800" indent="-177800">
              <a:lnSpc>
                <a:spcPct val="102000"/>
              </a:lnSpc>
              <a:spcAft>
                <a:spcPts val="500"/>
              </a:spcAft>
              <a:buSzPct val="100000"/>
              <a:buChar char="•"/>
            </a:pPr>
            <a:r>
              <a:rPr lang="en-US" sz="1400" dirty="0">
                <a:solidFill>
                  <a:srgbClr val="495057"/>
                </a:solidFill>
                <a:latin typeface="Calibri" pitchFamily="34" charset="0"/>
                <a:ea typeface="Calibri" pitchFamily="34" charset="-122"/>
                <a:cs typeface="Calibri" pitchFamily="34" charset="-120"/>
              </a:rPr>
              <a:t>Station staff</a:t>
            </a:r>
            <a:endParaRPr lang="en-US" sz="1400" dirty="0"/>
          </a:p>
          <a:p>
            <a:pPr marL="177800" indent="-177800">
              <a:lnSpc>
                <a:spcPct val="102000"/>
              </a:lnSpc>
              <a:spcAft>
                <a:spcPts val="500"/>
              </a:spcAft>
              <a:buSzPct val="100000"/>
              <a:buChar char="•"/>
            </a:pPr>
            <a:r>
              <a:rPr lang="en-US" sz="1400" dirty="0">
                <a:solidFill>
                  <a:srgbClr val="495057"/>
                </a:solidFill>
                <a:latin typeface="Calibri" pitchFamily="34" charset="0"/>
                <a:ea typeface="Calibri" pitchFamily="34" charset="-122"/>
                <a:cs typeface="Calibri" pitchFamily="34" charset="-120"/>
              </a:rPr>
              <a:t>Security personnel</a:t>
            </a:r>
            <a:endParaRPr lang="en-US" sz="1400" dirty="0"/>
          </a:p>
          <a:p>
            <a:pPr marL="177800" indent="-177800">
              <a:lnSpc>
                <a:spcPct val="102000"/>
              </a:lnSpc>
              <a:spcAft>
                <a:spcPts val="500"/>
              </a:spcAft>
              <a:buSzPct val="100000"/>
              <a:buChar char="•"/>
            </a:pPr>
            <a:r>
              <a:rPr lang="en-US" sz="1400" dirty="0">
                <a:solidFill>
                  <a:srgbClr val="495057"/>
                </a:solidFill>
                <a:latin typeface="Calibri" pitchFamily="34" charset="0"/>
                <a:ea typeface="Calibri" pitchFamily="34" charset="-122"/>
                <a:cs typeface="Calibri" pitchFamily="34" charset="-120"/>
              </a:rPr>
              <a:t>Maintenance teams</a:t>
            </a:r>
            <a:endParaRPr lang="en-US" sz="1400" dirty="0"/>
          </a:p>
        </p:txBody>
      </p:sp>
      <p:sp>
        <p:nvSpPr>
          <p:cNvPr id="27" name="Shape 21"/>
          <p:cNvSpPr/>
          <p:nvPr/>
        </p:nvSpPr>
        <p:spPr>
          <a:xfrm>
            <a:off x="6231636" y="3755990"/>
            <a:ext cx="5500116" cy="2212848"/>
          </a:xfrm>
          <a:prstGeom prst="roundRect">
            <a:avLst>
              <a:gd name="adj" fmla="val 3306"/>
            </a:avLst>
          </a:prstGeom>
          <a:solidFill>
            <a:srgbClr val="FDEEE6"/>
          </a:solidFill>
          <a:ln w="19050">
            <a:solidFill>
              <a:srgbClr val="FDEEE6"/>
            </a:solidFill>
            <a:prstDash val="solid"/>
          </a:ln>
          <a:effectLst>
            <a:outerShdw blurRad="76200" dist="25400" dir="5400000" algn="bl" rotWithShape="0">
              <a:srgbClr val="8A99A8">
                <a:alpha val="22000"/>
              </a:srgbClr>
            </a:outerShdw>
          </a:effectLst>
        </p:spPr>
      </p:sp>
      <p:sp>
        <p:nvSpPr>
          <p:cNvPr id="28" name="Shape 22"/>
          <p:cNvSpPr/>
          <p:nvPr/>
        </p:nvSpPr>
        <p:spPr>
          <a:xfrm>
            <a:off x="6414516" y="3931920"/>
            <a:ext cx="438912" cy="438912"/>
          </a:xfrm>
          <a:prstGeom prst="ellipse">
            <a:avLst/>
          </a:prstGeom>
          <a:solidFill>
            <a:srgbClr val="E8590C"/>
          </a:solidFill>
          <a:ln/>
        </p:spPr>
      </p:sp>
      <p:pic>
        <p:nvPicPr>
          <p:cNvPr id="29" name="Image 4" descr="/home/claude/ameerpet/icons/passengers.png"/>
          <p:cNvPicPr>
            <a:picLocks noChangeAspect="1"/>
          </p:cNvPicPr>
          <p:nvPr/>
        </p:nvPicPr>
        <p:blipFill>
          <a:blip r:embed="rId6"/>
          <a:stretch>
            <a:fillRect/>
          </a:stretch>
        </p:blipFill>
        <p:spPr>
          <a:xfrm>
            <a:off x="6471575" y="3988979"/>
            <a:ext cx="324795" cy="324795"/>
          </a:xfrm>
          <a:prstGeom prst="rect">
            <a:avLst/>
          </a:prstGeom>
        </p:spPr>
      </p:pic>
      <p:sp>
        <p:nvSpPr>
          <p:cNvPr id="30" name="Text 23"/>
          <p:cNvSpPr/>
          <p:nvPr/>
        </p:nvSpPr>
        <p:spPr>
          <a:xfrm>
            <a:off x="6947916" y="3968496"/>
            <a:ext cx="4037076" cy="329184"/>
          </a:xfrm>
          <a:prstGeom prst="rect">
            <a:avLst/>
          </a:prstGeom>
          <a:noFill/>
          <a:ln/>
        </p:spPr>
        <p:txBody>
          <a:bodyPr wrap="square" lIns="0" tIns="0" rIns="0" bIns="0" rtlCol="0" anchor="ctr"/>
          <a:lstStyle/>
          <a:p>
            <a:pPr marL="0" indent="0">
              <a:buNone/>
            </a:pPr>
            <a:r>
              <a:rPr lang="en-US" sz="1400" b="1" dirty="0">
                <a:solidFill>
                  <a:srgbClr val="E8590C"/>
                </a:solidFill>
                <a:latin typeface="Calibri" pitchFamily="34" charset="0"/>
                <a:ea typeface="Calibri" pitchFamily="34" charset="-122"/>
                <a:cs typeface="Calibri" pitchFamily="34" charset="-120"/>
              </a:rPr>
              <a:t>LOW POWER · HIGH INTEREST — PRIMARY </a:t>
            </a:r>
          </a:p>
          <a:p>
            <a:pPr marL="0" indent="0">
              <a:buNone/>
            </a:pPr>
            <a:r>
              <a:rPr lang="en-US" sz="1400" b="1" dirty="0">
                <a:solidFill>
                  <a:srgbClr val="E8590C"/>
                </a:solidFill>
                <a:latin typeface="Calibri" pitchFamily="34" charset="0"/>
                <a:ea typeface="Calibri" pitchFamily="34" charset="-122"/>
                <a:cs typeface="Calibri" pitchFamily="34" charset="-120"/>
              </a:rPr>
              <a:t>USERS</a:t>
            </a:r>
            <a:endParaRPr lang="en-US" sz="1400" dirty="0"/>
          </a:p>
        </p:txBody>
      </p:sp>
      <p:sp>
        <p:nvSpPr>
          <p:cNvPr id="31" name="Shape 24"/>
          <p:cNvSpPr/>
          <p:nvPr/>
        </p:nvSpPr>
        <p:spPr>
          <a:xfrm>
            <a:off x="10314432" y="3950208"/>
            <a:ext cx="1234440" cy="292608"/>
          </a:xfrm>
          <a:prstGeom prst="roundRect">
            <a:avLst>
              <a:gd name="adj" fmla="val 50000"/>
            </a:avLst>
          </a:prstGeom>
          <a:solidFill>
            <a:srgbClr val="E8590C"/>
          </a:solidFill>
          <a:ln/>
        </p:spPr>
      </p:sp>
      <p:sp>
        <p:nvSpPr>
          <p:cNvPr id="32" name="Text 25"/>
          <p:cNvSpPr/>
          <p:nvPr/>
        </p:nvSpPr>
        <p:spPr>
          <a:xfrm>
            <a:off x="10341864" y="3950208"/>
            <a:ext cx="1179576" cy="29260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Design Focus</a:t>
            </a:r>
            <a:endParaRPr lang="en-US" sz="1400" dirty="0"/>
          </a:p>
        </p:txBody>
      </p:sp>
      <p:sp>
        <p:nvSpPr>
          <p:cNvPr id="33" name="Text 26"/>
          <p:cNvSpPr/>
          <p:nvPr/>
        </p:nvSpPr>
        <p:spPr>
          <a:xfrm>
            <a:off x="6460236" y="4425696"/>
            <a:ext cx="5042916" cy="1435608"/>
          </a:xfrm>
          <a:prstGeom prst="rect">
            <a:avLst/>
          </a:prstGeom>
          <a:noFill/>
          <a:ln/>
        </p:spPr>
        <p:txBody>
          <a:bodyPr wrap="square" lIns="0" tIns="0" rIns="0" bIns="0" rtlCol="0" anchor="t"/>
          <a:lstStyle/>
          <a:p>
            <a:pPr marL="177800" indent="-177800">
              <a:lnSpc>
                <a:spcPct val="102000"/>
              </a:lnSpc>
              <a:spcAft>
                <a:spcPts val="500"/>
              </a:spcAft>
              <a:buSzPct val="100000"/>
              <a:buChar char="•"/>
            </a:pPr>
            <a:r>
              <a:rPr lang="en-US" sz="1400" dirty="0">
                <a:solidFill>
                  <a:srgbClr val="495057"/>
                </a:solidFill>
                <a:latin typeface="Calibri" pitchFamily="34" charset="0"/>
                <a:ea typeface="Calibri" pitchFamily="34" charset="-122"/>
                <a:cs typeface="Calibri" pitchFamily="34" charset="-120"/>
              </a:rPr>
              <a:t>First-time travelers</a:t>
            </a:r>
            <a:endParaRPr lang="en-US" sz="1400" dirty="0"/>
          </a:p>
          <a:p>
            <a:pPr marL="177800" indent="-177800">
              <a:lnSpc>
                <a:spcPct val="102000"/>
              </a:lnSpc>
              <a:spcAft>
                <a:spcPts val="500"/>
              </a:spcAft>
              <a:buSzPct val="100000"/>
              <a:buChar char="•"/>
            </a:pPr>
            <a:r>
              <a:rPr lang="en-US" sz="1400" dirty="0">
                <a:solidFill>
                  <a:srgbClr val="495057"/>
                </a:solidFill>
                <a:latin typeface="Calibri" pitchFamily="34" charset="0"/>
                <a:ea typeface="Calibri" pitchFamily="34" charset="-122"/>
                <a:cs typeface="Calibri" pitchFamily="34" charset="-120"/>
              </a:rPr>
              <a:t>Elderly passengers</a:t>
            </a:r>
            <a:endParaRPr lang="en-US" sz="1400" dirty="0"/>
          </a:p>
          <a:p>
            <a:pPr marL="177800" indent="-177800">
              <a:lnSpc>
                <a:spcPct val="102000"/>
              </a:lnSpc>
              <a:spcAft>
                <a:spcPts val="500"/>
              </a:spcAft>
              <a:buSzPct val="100000"/>
              <a:buChar char="•"/>
            </a:pPr>
            <a:r>
              <a:rPr lang="en-US" sz="1400" dirty="0">
                <a:solidFill>
                  <a:srgbClr val="495057"/>
                </a:solidFill>
                <a:latin typeface="Calibri" pitchFamily="34" charset="0"/>
                <a:ea typeface="Calibri" pitchFamily="34" charset="-122"/>
                <a:cs typeface="Calibri" pitchFamily="34" charset="-120"/>
              </a:rPr>
              <a:t>Daily commuters</a:t>
            </a:r>
            <a:endParaRPr lang="en-US" sz="1400" dirty="0"/>
          </a:p>
          <a:p>
            <a:pPr marL="177800" indent="-177800">
              <a:lnSpc>
                <a:spcPct val="102000"/>
              </a:lnSpc>
              <a:spcAft>
                <a:spcPts val="500"/>
              </a:spcAft>
              <a:buSzPct val="100000"/>
              <a:buChar char="•"/>
            </a:pPr>
            <a:r>
              <a:rPr lang="en-US" sz="1400" dirty="0">
                <a:solidFill>
                  <a:srgbClr val="495057"/>
                </a:solidFill>
                <a:latin typeface="Calibri" pitchFamily="34" charset="0"/>
                <a:ea typeface="Calibri" pitchFamily="34" charset="-122"/>
                <a:cs typeface="Calibri" pitchFamily="34" charset="-120"/>
              </a:rPr>
              <a:t>Passengers with luggage</a:t>
            </a:r>
            <a:endParaRPr lang="en-US" sz="1400" dirty="0"/>
          </a:p>
          <a:p>
            <a:pPr marL="177800" indent="-177800">
              <a:lnSpc>
                <a:spcPct val="102000"/>
              </a:lnSpc>
              <a:spcAft>
                <a:spcPts val="500"/>
              </a:spcAft>
              <a:buSzPct val="100000"/>
              <a:buChar char="•"/>
            </a:pPr>
            <a:r>
              <a:rPr lang="en-US" sz="1400" dirty="0">
                <a:solidFill>
                  <a:srgbClr val="495057"/>
                </a:solidFill>
                <a:latin typeface="Calibri" pitchFamily="34" charset="0"/>
                <a:ea typeface="Calibri" pitchFamily="34" charset="-122"/>
                <a:cs typeface="Calibri" pitchFamily="34" charset="-120"/>
              </a:rPr>
              <a:t>Divyang passengers</a:t>
            </a:r>
            <a:endParaRPr lang="en-US" sz="1400" dirty="0"/>
          </a:p>
        </p:txBody>
      </p:sp>
      <p:sp>
        <p:nvSpPr>
          <p:cNvPr id="34" name="Shape 27"/>
          <p:cNvSpPr/>
          <p:nvPr/>
        </p:nvSpPr>
        <p:spPr>
          <a:xfrm>
            <a:off x="457200" y="6172200"/>
            <a:ext cx="11274552" cy="502920"/>
          </a:xfrm>
          <a:prstGeom prst="roundRect">
            <a:avLst>
              <a:gd name="adj" fmla="val 14545"/>
            </a:avLst>
          </a:prstGeom>
          <a:solidFill>
            <a:srgbClr val="E8590C"/>
          </a:solidFill>
          <a:ln/>
        </p:spPr>
      </p:sp>
      <p:sp>
        <p:nvSpPr>
          <p:cNvPr id="35" name="Text 28"/>
          <p:cNvSpPr/>
          <p:nvPr/>
        </p:nvSpPr>
        <p:spPr>
          <a:xfrm>
            <a:off x="640080" y="6172200"/>
            <a:ext cx="10908792" cy="502920"/>
          </a:xfrm>
          <a:prstGeom prst="rect">
            <a:avLst/>
          </a:prstGeom>
          <a:noFill/>
          <a:ln/>
        </p:spPr>
        <p:txBody>
          <a:bodyPr wrap="square" lIns="0" tIns="0" rIns="0" bIns="0" rtlCol="0" anchor="ctr"/>
          <a:lstStyle/>
          <a:p>
            <a:pPr marL="0" indent="0" algn="ctr">
              <a:buNone/>
            </a:pPr>
            <a:r>
              <a:rPr lang="en-US" sz="1250" b="1" i="1" dirty="0">
                <a:solidFill>
                  <a:srgbClr val="FFFFFF"/>
                </a:solidFill>
                <a:latin typeface="Calibri" pitchFamily="34" charset="0"/>
                <a:ea typeface="Calibri" pitchFamily="34" charset="-122"/>
                <a:cs typeface="Calibri" pitchFamily="34" charset="-120"/>
              </a:rPr>
              <a:t>Primary Users: First-time and Elderly Travelers — the core focus of this design.</a:t>
            </a:r>
            <a:endParaRPr lang="en-US" sz="1250" dirty="0"/>
          </a:p>
        </p:txBody>
      </p:sp>
      <p:pic>
        <p:nvPicPr>
          <p:cNvPr id="37" name="Picture 36" descr="The STAKEHOLDER MAP - AMEERPET METRO INTERCHANGE diagram outlines various stakeholders such as passengers, metro operators, government departments, and safety regulators, detailing their roles and interests in the metro interchange experience.&#10;&#10;AI-generated content may be incorrect.">
            <a:extLst>
              <a:ext uri="{FF2B5EF4-FFF2-40B4-BE49-F238E27FC236}">
                <a16:creationId xmlns:a16="http://schemas.microsoft.com/office/drawing/2014/main" id="{9641120C-FDF6-734A-94A5-95BEDCBA7A2B}"/>
              </a:ext>
            </a:extLst>
          </p:cNvPr>
          <p:cNvPicPr>
            <a:picLocks noChangeAspect="1"/>
          </p:cNvPicPr>
          <p:nvPr/>
        </p:nvPicPr>
        <p:blipFill>
          <a:blip r:embed="rId7"/>
          <a:stretch>
            <a:fillRect/>
          </a:stretch>
        </p:blipFill>
        <p:spPr>
          <a:xfrm>
            <a:off x="0" y="47966"/>
            <a:ext cx="12191999"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292608"/>
            <a:ext cx="9601200" cy="502920"/>
          </a:xfrm>
          <a:prstGeom prst="rect">
            <a:avLst/>
          </a:prstGeom>
          <a:noFill/>
          <a:ln/>
        </p:spPr>
        <p:txBody>
          <a:bodyPr wrap="square" lIns="0" tIns="0" rIns="0" bIns="0" rtlCol="0" anchor="ctr"/>
          <a:lstStyle/>
          <a:p>
            <a:pPr marL="0" indent="0" algn="l">
              <a:buNone/>
            </a:pPr>
            <a:r>
              <a:rPr lang="en-US" sz="3000" b="1" dirty="0">
                <a:solidFill>
                  <a:srgbClr val="1E2761"/>
                </a:solidFill>
                <a:latin typeface="Calibri" pitchFamily="34" charset="0"/>
                <a:ea typeface="Calibri" pitchFamily="34" charset="-122"/>
                <a:cs typeface="Calibri" pitchFamily="34" charset="-120"/>
              </a:rPr>
              <a:t>CONTEXTUAL INQUIRY</a:t>
            </a:r>
            <a:endParaRPr lang="en-US" sz="3000" dirty="0"/>
          </a:p>
        </p:txBody>
      </p:sp>
      <p:sp>
        <p:nvSpPr>
          <p:cNvPr id="3" name="Text 1"/>
          <p:cNvSpPr/>
          <p:nvPr/>
        </p:nvSpPr>
        <p:spPr>
          <a:xfrm>
            <a:off x="457200" y="777240"/>
            <a:ext cx="9875520" cy="365760"/>
          </a:xfrm>
          <a:prstGeom prst="rect">
            <a:avLst/>
          </a:prstGeom>
          <a:noFill/>
          <a:ln/>
        </p:spPr>
        <p:txBody>
          <a:bodyPr wrap="square" lIns="0" tIns="0" rIns="0" bIns="0" rtlCol="0" anchor="ctr"/>
          <a:lstStyle/>
          <a:p>
            <a:pPr marL="0" indent="0" algn="l">
              <a:buNone/>
            </a:pPr>
            <a:r>
              <a:rPr lang="en-US" sz="1500" i="1" dirty="0">
                <a:solidFill>
                  <a:srgbClr val="085A68"/>
                </a:solidFill>
                <a:latin typeface="Calibri" pitchFamily="34" charset="0"/>
                <a:ea typeface="Calibri" pitchFamily="34" charset="-122"/>
                <a:cs typeface="Calibri" pitchFamily="34" charset="-120"/>
              </a:rPr>
              <a:t>Context Map — Ameerpet Metro Interchange</a:t>
            </a:r>
            <a:endParaRPr lang="en-US" sz="1500" dirty="0"/>
          </a:p>
        </p:txBody>
      </p:sp>
      <p:sp>
        <p:nvSpPr>
          <p:cNvPr id="4" name="Shape 2"/>
          <p:cNvSpPr/>
          <p:nvPr/>
        </p:nvSpPr>
        <p:spPr>
          <a:xfrm>
            <a:off x="11109960" y="320040"/>
            <a:ext cx="621792" cy="621792"/>
          </a:xfrm>
          <a:prstGeom prst="ellipse">
            <a:avLst/>
          </a:prstGeom>
          <a:solidFill>
            <a:srgbClr val="0B7285"/>
          </a:solidFill>
          <a:ln/>
        </p:spPr>
      </p:sp>
      <p:pic>
        <p:nvPicPr>
          <p:cNvPr id="5" name="Image 0" descr="/home/claude/ameerpet/icons/observation.png"/>
          <p:cNvPicPr>
            <a:picLocks noChangeAspect="1"/>
          </p:cNvPicPr>
          <p:nvPr/>
        </p:nvPicPr>
        <p:blipFill>
          <a:blip r:embed="rId3"/>
          <a:stretch>
            <a:fillRect/>
          </a:stretch>
        </p:blipFill>
        <p:spPr>
          <a:xfrm>
            <a:off x="11190793" y="400873"/>
            <a:ext cx="460126" cy="460126"/>
          </a:xfrm>
          <a:prstGeom prst="rect">
            <a:avLst/>
          </a:prstGeom>
        </p:spPr>
      </p:pic>
      <p:sp>
        <p:nvSpPr>
          <p:cNvPr id="6" name="Shape 3"/>
          <p:cNvSpPr/>
          <p:nvPr/>
        </p:nvSpPr>
        <p:spPr>
          <a:xfrm>
            <a:off x="457200" y="1234440"/>
            <a:ext cx="3246120" cy="457200"/>
          </a:xfrm>
          <a:prstGeom prst="roundRect">
            <a:avLst>
              <a:gd name="adj" fmla="val 12000"/>
            </a:avLst>
          </a:prstGeom>
          <a:solidFill>
            <a:srgbClr val="0B7285"/>
          </a:solidFill>
          <a:ln/>
        </p:spPr>
      </p:sp>
      <p:sp>
        <p:nvSpPr>
          <p:cNvPr id="7" name="Text 4"/>
          <p:cNvSpPr/>
          <p:nvPr/>
        </p:nvSpPr>
        <p:spPr>
          <a:xfrm>
            <a:off x="548640" y="1234440"/>
            <a:ext cx="306324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PASSENGER FLOW</a:t>
            </a:r>
            <a:endParaRPr lang="en-US" sz="1400" dirty="0"/>
          </a:p>
        </p:txBody>
      </p:sp>
      <p:sp>
        <p:nvSpPr>
          <p:cNvPr id="8" name="Shape 5"/>
          <p:cNvSpPr/>
          <p:nvPr/>
        </p:nvSpPr>
        <p:spPr>
          <a:xfrm>
            <a:off x="457200" y="1847088"/>
            <a:ext cx="3246120" cy="402336"/>
          </a:xfrm>
          <a:prstGeom prst="roundRect">
            <a:avLst>
              <a:gd name="adj" fmla="val 11364"/>
            </a:avLst>
          </a:prstGeom>
          <a:solidFill>
            <a:srgbClr val="E9F4F5"/>
          </a:solidFill>
          <a:ln/>
        </p:spPr>
      </p:sp>
      <p:sp>
        <p:nvSpPr>
          <p:cNvPr id="9" name="Text 6"/>
          <p:cNvSpPr/>
          <p:nvPr/>
        </p:nvSpPr>
        <p:spPr>
          <a:xfrm>
            <a:off x="566928" y="1847088"/>
            <a:ext cx="3026664" cy="402336"/>
          </a:xfrm>
          <a:prstGeom prst="rect">
            <a:avLst/>
          </a:prstGeom>
          <a:noFill/>
          <a:ln/>
        </p:spPr>
        <p:txBody>
          <a:bodyPr wrap="square" lIns="0" tIns="0" rIns="0" bIns="0" rtlCol="0" anchor="ctr"/>
          <a:lstStyle/>
          <a:p>
            <a:pPr marL="0" indent="0" algn="ctr">
              <a:buNone/>
            </a:pPr>
            <a:r>
              <a:rPr lang="en-US" sz="1400" dirty="0">
                <a:solidFill>
                  <a:srgbClr val="495057"/>
                </a:solidFill>
                <a:latin typeface="Calibri" pitchFamily="34" charset="0"/>
                <a:ea typeface="Calibri" pitchFamily="34" charset="-122"/>
                <a:cs typeface="Calibri" pitchFamily="34" charset="-120"/>
              </a:rPr>
              <a:t>Enter Station</a:t>
            </a:r>
            <a:endParaRPr lang="en-US" sz="1400" dirty="0"/>
          </a:p>
        </p:txBody>
      </p:sp>
      <p:sp>
        <p:nvSpPr>
          <p:cNvPr id="10" name="Shape 7"/>
          <p:cNvSpPr/>
          <p:nvPr/>
        </p:nvSpPr>
        <p:spPr>
          <a:xfrm>
            <a:off x="2016252" y="2269214"/>
            <a:ext cx="128016" cy="79161"/>
          </a:xfrm>
          <a:prstGeom prst="downArrow">
            <a:avLst/>
          </a:prstGeom>
          <a:solidFill>
            <a:srgbClr val="0B7285"/>
          </a:solidFill>
          <a:ln/>
        </p:spPr>
      </p:sp>
      <p:sp>
        <p:nvSpPr>
          <p:cNvPr id="11" name="Shape 8"/>
          <p:cNvSpPr/>
          <p:nvPr/>
        </p:nvSpPr>
        <p:spPr>
          <a:xfrm>
            <a:off x="457200" y="2381359"/>
            <a:ext cx="3246120" cy="402336"/>
          </a:xfrm>
          <a:prstGeom prst="roundRect">
            <a:avLst>
              <a:gd name="adj" fmla="val 11364"/>
            </a:avLst>
          </a:prstGeom>
          <a:solidFill>
            <a:srgbClr val="E9F4F5"/>
          </a:solidFill>
          <a:ln/>
        </p:spPr>
      </p:sp>
      <p:sp>
        <p:nvSpPr>
          <p:cNvPr id="12" name="Text 9"/>
          <p:cNvSpPr/>
          <p:nvPr/>
        </p:nvSpPr>
        <p:spPr>
          <a:xfrm>
            <a:off x="566928" y="2381359"/>
            <a:ext cx="3026664" cy="402336"/>
          </a:xfrm>
          <a:prstGeom prst="rect">
            <a:avLst/>
          </a:prstGeom>
          <a:noFill/>
          <a:ln/>
        </p:spPr>
        <p:txBody>
          <a:bodyPr wrap="square" lIns="0" tIns="0" rIns="0" bIns="0" rtlCol="0" anchor="ctr"/>
          <a:lstStyle/>
          <a:p>
            <a:pPr marL="0" indent="0" algn="ctr">
              <a:buNone/>
            </a:pPr>
            <a:r>
              <a:rPr lang="en-US" sz="1400" dirty="0">
                <a:solidFill>
                  <a:srgbClr val="495057"/>
                </a:solidFill>
                <a:latin typeface="Calibri" pitchFamily="34" charset="0"/>
                <a:ea typeface="Calibri" pitchFamily="34" charset="-122"/>
                <a:cs typeface="Calibri" pitchFamily="34" charset="-120"/>
              </a:rPr>
              <a:t>Check Route / Line</a:t>
            </a:r>
            <a:endParaRPr lang="en-US" sz="1400" dirty="0"/>
          </a:p>
        </p:txBody>
      </p:sp>
      <p:sp>
        <p:nvSpPr>
          <p:cNvPr id="13" name="Shape 10"/>
          <p:cNvSpPr/>
          <p:nvPr/>
        </p:nvSpPr>
        <p:spPr>
          <a:xfrm>
            <a:off x="2016252" y="2803485"/>
            <a:ext cx="128016" cy="79161"/>
          </a:xfrm>
          <a:prstGeom prst="downArrow">
            <a:avLst/>
          </a:prstGeom>
          <a:solidFill>
            <a:srgbClr val="0B7285"/>
          </a:solidFill>
          <a:ln/>
        </p:spPr>
      </p:sp>
      <p:sp>
        <p:nvSpPr>
          <p:cNvPr id="14" name="Shape 11"/>
          <p:cNvSpPr/>
          <p:nvPr/>
        </p:nvSpPr>
        <p:spPr>
          <a:xfrm>
            <a:off x="457200" y="2915630"/>
            <a:ext cx="3246120" cy="402336"/>
          </a:xfrm>
          <a:prstGeom prst="roundRect">
            <a:avLst>
              <a:gd name="adj" fmla="val 11364"/>
            </a:avLst>
          </a:prstGeom>
          <a:solidFill>
            <a:srgbClr val="E9F4F5"/>
          </a:solidFill>
          <a:ln/>
        </p:spPr>
      </p:sp>
      <p:sp>
        <p:nvSpPr>
          <p:cNvPr id="15" name="Text 12"/>
          <p:cNvSpPr/>
          <p:nvPr/>
        </p:nvSpPr>
        <p:spPr>
          <a:xfrm>
            <a:off x="566928" y="2915630"/>
            <a:ext cx="3026664" cy="402336"/>
          </a:xfrm>
          <a:prstGeom prst="rect">
            <a:avLst/>
          </a:prstGeom>
          <a:noFill/>
          <a:ln/>
        </p:spPr>
        <p:txBody>
          <a:bodyPr wrap="square" lIns="0" tIns="0" rIns="0" bIns="0" rtlCol="0" anchor="ctr"/>
          <a:lstStyle/>
          <a:p>
            <a:pPr marL="0" indent="0" algn="ctr">
              <a:buNone/>
            </a:pPr>
            <a:r>
              <a:rPr lang="en-US" sz="1400" dirty="0">
                <a:solidFill>
                  <a:srgbClr val="495057"/>
                </a:solidFill>
                <a:latin typeface="Calibri" pitchFamily="34" charset="0"/>
                <a:ea typeface="Calibri" pitchFamily="34" charset="-122"/>
                <a:cs typeface="Calibri" pitchFamily="34" charset="-120"/>
              </a:rPr>
              <a:t>Reach Platform</a:t>
            </a:r>
            <a:endParaRPr lang="en-US" sz="1400" dirty="0"/>
          </a:p>
        </p:txBody>
      </p:sp>
      <p:sp>
        <p:nvSpPr>
          <p:cNvPr id="16" name="Shape 13"/>
          <p:cNvSpPr/>
          <p:nvPr/>
        </p:nvSpPr>
        <p:spPr>
          <a:xfrm>
            <a:off x="2016252" y="3337756"/>
            <a:ext cx="128016" cy="79161"/>
          </a:xfrm>
          <a:prstGeom prst="downArrow">
            <a:avLst/>
          </a:prstGeom>
          <a:solidFill>
            <a:srgbClr val="0B7285"/>
          </a:solidFill>
          <a:ln/>
        </p:spPr>
      </p:sp>
      <p:sp>
        <p:nvSpPr>
          <p:cNvPr id="17" name="Shape 14"/>
          <p:cNvSpPr/>
          <p:nvPr/>
        </p:nvSpPr>
        <p:spPr>
          <a:xfrm>
            <a:off x="457200" y="3449901"/>
            <a:ext cx="3246120" cy="402336"/>
          </a:xfrm>
          <a:prstGeom prst="roundRect">
            <a:avLst>
              <a:gd name="adj" fmla="val 11364"/>
            </a:avLst>
          </a:prstGeom>
          <a:solidFill>
            <a:srgbClr val="E9F4F5"/>
          </a:solidFill>
          <a:ln/>
        </p:spPr>
      </p:sp>
      <p:sp>
        <p:nvSpPr>
          <p:cNvPr id="18" name="Text 15"/>
          <p:cNvSpPr/>
          <p:nvPr/>
        </p:nvSpPr>
        <p:spPr>
          <a:xfrm>
            <a:off x="566928" y="3449901"/>
            <a:ext cx="3026664" cy="402336"/>
          </a:xfrm>
          <a:prstGeom prst="rect">
            <a:avLst/>
          </a:prstGeom>
          <a:noFill/>
          <a:ln/>
        </p:spPr>
        <p:txBody>
          <a:bodyPr wrap="square" lIns="0" tIns="0" rIns="0" bIns="0" rtlCol="0" anchor="ctr"/>
          <a:lstStyle/>
          <a:p>
            <a:pPr marL="0" indent="0" algn="ctr">
              <a:buNone/>
            </a:pPr>
            <a:r>
              <a:rPr lang="en-US" sz="1400" dirty="0">
                <a:solidFill>
                  <a:srgbClr val="495057"/>
                </a:solidFill>
                <a:latin typeface="Calibri" pitchFamily="34" charset="0"/>
                <a:ea typeface="Calibri" pitchFamily="34" charset="-122"/>
                <a:cs typeface="Calibri" pitchFamily="34" charset="-120"/>
              </a:rPr>
              <a:t>Board Train</a:t>
            </a:r>
            <a:endParaRPr lang="en-US" sz="1400" dirty="0"/>
          </a:p>
        </p:txBody>
      </p:sp>
      <p:sp>
        <p:nvSpPr>
          <p:cNvPr id="19" name="Shape 16"/>
          <p:cNvSpPr/>
          <p:nvPr/>
        </p:nvSpPr>
        <p:spPr>
          <a:xfrm>
            <a:off x="2016252" y="3872027"/>
            <a:ext cx="128016" cy="79161"/>
          </a:xfrm>
          <a:prstGeom prst="downArrow">
            <a:avLst/>
          </a:prstGeom>
          <a:solidFill>
            <a:srgbClr val="0B7285"/>
          </a:solidFill>
          <a:ln/>
        </p:spPr>
      </p:sp>
      <p:sp>
        <p:nvSpPr>
          <p:cNvPr id="20" name="Shape 17"/>
          <p:cNvSpPr/>
          <p:nvPr/>
        </p:nvSpPr>
        <p:spPr>
          <a:xfrm>
            <a:off x="457200" y="3984171"/>
            <a:ext cx="3246120" cy="402336"/>
          </a:xfrm>
          <a:prstGeom prst="roundRect">
            <a:avLst>
              <a:gd name="adj" fmla="val 11364"/>
            </a:avLst>
          </a:prstGeom>
          <a:solidFill>
            <a:srgbClr val="E9F4F5"/>
          </a:solidFill>
          <a:ln/>
        </p:spPr>
        <p:txBody>
          <a:bodyPr/>
          <a:lstStyle/>
          <a:p>
            <a:endParaRPr lang="en-IN" dirty="0"/>
          </a:p>
        </p:txBody>
      </p:sp>
      <p:sp>
        <p:nvSpPr>
          <p:cNvPr id="21" name="Text 18"/>
          <p:cNvSpPr/>
          <p:nvPr/>
        </p:nvSpPr>
        <p:spPr>
          <a:xfrm>
            <a:off x="566928" y="3984171"/>
            <a:ext cx="3026664" cy="402336"/>
          </a:xfrm>
          <a:prstGeom prst="rect">
            <a:avLst/>
          </a:prstGeom>
          <a:noFill/>
          <a:ln/>
        </p:spPr>
        <p:txBody>
          <a:bodyPr wrap="square" lIns="0" tIns="0" rIns="0" bIns="0" rtlCol="0" anchor="ctr"/>
          <a:lstStyle/>
          <a:p>
            <a:pPr marL="0" indent="0" algn="ctr">
              <a:buNone/>
            </a:pPr>
            <a:r>
              <a:rPr lang="en-US" sz="1400" dirty="0">
                <a:solidFill>
                  <a:srgbClr val="495057"/>
                </a:solidFill>
                <a:latin typeface="Calibri" pitchFamily="34" charset="0"/>
                <a:ea typeface="Calibri" pitchFamily="34" charset="-122"/>
                <a:cs typeface="Calibri" pitchFamily="34" charset="-120"/>
              </a:rPr>
              <a:t>Interchange</a:t>
            </a:r>
            <a:endParaRPr lang="en-US" sz="1400" dirty="0"/>
          </a:p>
        </p:txBody>
      </p:sp>
      <p:sp>
        <p:nvSpPr>
          <p:cNvPr id="22" name="Shape 19"/>
          <p:cNvSpPr/>
          <p:nvPr/>
        </p:nvSpPr>
        <p:spPr>
          <a:xfrm>
            <a:off x="2016252" y="4406298"/>
            <a:ext cx="128016" cy="79161"/>
          </a:xfrm>
          <a:prstGeom prst="downArrow">
            <a:avLst/>
          </a:prstGeom>
          <a:solidFill>
            <a:srgbClr val="0B7285"/>
          </a:solidFill>
          <a:ln/>
        </p:spPr>
      </p:sp>
      <p:sp>
        <p:nvSpPr>
          <p:cNvPr id="23" name="Shape 20"/>
          <p:cNvSpPr/>
          <p:nvPr/>
        </p:nvSpPr>
        <p:spPr>
          <a:xfrm>
            <a:off x="457200" y="4518442"/>
            <a:ext cx="3246120" cy="402336"/>
          </a:xfrm>
          <a:prstGeom prst="roundRect">
            <a:avLst>
              <a:gd name="adj" fmla="val 11364"/>
            </a:avLst>
          </a:prstGeom>
          <a:solidFill>
            <a:srgbClr val="E9F4F5"/>
          </a:solidFill>
          <a:ln/>
        </p:spPr>
      </p:sp>
      <p:sp>
        <p:nvSpPr>
          <p:cNvPr id="24" name="Text 21"/>
          <p:cNvSpPr/>
          <p:nvPr/>
        </p:nvSpPr>
        <p:spPr>
          <a:xfrm>
            <a:off x="566928" y="4518442"/>
            <a:ext cx="3026664" cy="402336"/>
          </a:xfrm>
          <a:prstGeom prst="rect">
            <a:avLst/>
          </a:prstGeom>
          <a:noFill/>
          <a:ln/>
        </p:spPr>
        <p:txBody>
          <a:bodyPr wrap="square" lIns="0" tIns="0" rIns="0" bIns="0" rtlCol="0" anchor="ctr"/>
          <a:lstStyle/>
          <a:p>
            <a:pPr marL="0" indent="0" algn="ctr">
              <a:buNone/>
            </a:pPr>
            <a:r>
              <a:rPr lang="en-US" sz="1400" dirty="0">
                <a:solidFill>
                  <a:srgbClr val="495057"/>
                </a:solidFill>
                <a:latin typeface="Calibri" pitchFamily="34" charset="0"/>
                <a:ea typeface="Calibri" pitchFamily="34" charset="-122"/>
                <a:cs typeface="Calibri" pitchFamily="34" charset="-120"/>
              </a:rPr>
              <a:t>Find Connecting Platform</a:t>
            </a:r>
            <a:endParaRPr lang="en-US" sz="1400" dirty="0"/>
          </a:p>
        </p:txBody>
      </p:sp>
      <p:sp>
        <p:nvSpPr>
          <p:cNvPr id="25" name="Shape 22"/>
          <p:cNvSpPr/>
          <p:nvPr/>
        </p:nvSpPr>
        <p:spPr>
          <a:xfrm>
            <a:off x="2016252" y="4940569"/>
            <a:ext cx="128016" cy="79161"/>
          </a:xfrm>
          <a:prstGeom prst="downArrow">
            <a:avLst/>
          </a:prstGeom>
          <a:solidFill>
            <a:srgbClr val="0B7285"/>
          </a:solidFill>
          <a:ln/>
        </p:spPr>
      </p:sp>
      <p:sp>
        <p:nvSpPr>
          <p:cNvPr id="26" name="Shape 23"/>
          <p:cNvSpPr/>
          <p:nvPr/>
        </p:nvSpPr>
        <p:spPr>
          <a:xfrm>
            <a:off x="457200" y="5052713"/>
            <a:ext cx="3246120" cy="402336"/>
          </a:xfrm>
          <a:prstGeom prst="roundRect">
            <a:avLst>
              <a:gd name="adj" fmla="val 11364"/>
            </a:avLst>
          </a:prstGeom>
          <a:solidFill>
            <a:srgbClr val="E9F4F5"/>
          </a:solidFill>
          <a:ln/>
        </p:spPr>
      </p:sp>
      <p:sp>
        <p:nvSpPr>
          <p:cNvPr id="27" name="Text 24"/>
          <p:cNvSpPr/>
          <p:nvPr/>
        </p:nvSpPr>
        <p:spPr>
          <a:xfrm>
            <a:off x="566928" y="5052713"/>
            <a:ext cx="3026664" cy="402336"/>
          </a:xfrm>
          <a:prstGeom prst="rect">
            <a:avLst/>
          </a:prstGeom>
          <a:noFill/>
          <a:ln/>
        </p:spPr>
        <p:txBody>
          <a:bodyPr wrap="square" lIns="0" tIns="0" rIns="0" bIns="0" rtlCol="0" anchor="ctr"/>
          <a:lstStyle/>
          <a:p>
            <a:pPr marL="0" indent="0" algn="ctr">
              <a:buNone/>
            </a:pPr>
            <a:r>
              <a:rPr lang="en-US" sz="1400" dirty="0">
                <a:solidFill>
                  <a:srgbClr val="495057"/>
                </a:solidFill>
                <a:latin typeface="Calibri" pitchFamily="34" charset="0"/>
                <a:ea typeface="Calibri" pitchFamily="34" charset="-122"/>
                <a:cs typeface="Calibri" pitchFamily="34" charset="-120"/>
              </a:rPr>
              <a:t>Board</a:t>
            </a:r>
            <a:endParaRPr lang="en-US" sz="1400" dirty="0"/>
          </a:p>
        </p:txBody>
      </p:sp>
      <p:sp>
        <p:nvSpPr>
          <p:cNvPr id="28" name="Shape 25"/>
          <p:cNvSpPr/>
          <p:nvPr/>
        </p:nvSpPr>
        <p:spPr>
          <a:xfrm>
            <a:off x="2016252" y="5474839"/>
            <a:ext cx="128016" cy="79161"/>
          </a:xfrm>
          <a:prstGeom prst="downArrow">
            <a:avLst/>
          </a:prstGeom>
          <a:solidFill>
            <a:srgbClr val="0B7285"/>
          </a:solidFill>
          <a:ln/>
        </p:spPr>
      </p:sp>
      <p:sp>
        <p:nvSpPr>
          <p:cNvPr id="29" name="Shape 26"/>
          <p:cNvSpPr/>
          <p:nvPr/>
        </p:nvSpPr>
        <p:spPr>
          <a:xfrm>
            <a:off x="457200" y="5586984"/>
            <a:ext cx="3246120" cy="402336"/>
          </a:xfrm>
          <a:prstGeom prst="roundRect">
            <a:avLst>
              <a:gd name="adj" fmla="val 11364"/>
            </a:avLst>
          </a:prstGeom>
          <a:solidFill>
            <a:srgbClr val="E9F4F5"/>
          </a:solidFill>
          <a:ln/>
        </p:spPr>
      </p:sp>
      <p:sp>
        <p:nvSpPr>
          <p:cNvPr id="30" name="Text 27"/>
          <p:cNvSpPr/>
          <p:nvPr/>
        </p:nvSpPr>
        <p:spPr>
          <a:xfrm>
            <a:off x="566928" y="5586984"/>
            <a:ext cx="3026664" cy="402336"/>
          </a:xfrm>
          <a:prstGeom prst="rect">
            <a:avLst/>
          </a:prstGeom>
          <a:noFill/>
          <a:ln/>
        </p:spPr>
        <p:txBody>
          <a:bodyPr wrap="square" lIns="0" tIns="0" rIns="0" bIns="0" rtlCol="0" anchor="ctr"/>
          <a:lstStyle/>
          <a:p>
            <a:pPr marL="0" indent="0" algn="ctr">
              <a:buNone/>
            </a:pPr>
            <a:r>
              <a:rPr lang="en-US" sz="1400" dirty="0">
                <a:solidFill>
                  <a:srgbClr val="495057"/>
                </a:solidFill>
                <a:latin typeface="Calibri" pitchFamily="34" charset="0"/>
                <a:ea typeface="Calibri" pitchFamily="34" charset="-122"/>
                <a:cs typeface="Calibri" pitchFamily="34" charset="-120"/>
              </a:rPr>
              <a:t>Exit</a:t>
            </a:r>
            <a:endParaRPr lang="en-US" sz="1400" dirty="0"/>
          </a:p>
        </p:txBody>
      </p:sp>
      <p:sp>
        <p:nvSpPr>
          <p:cNvPr id="31" name="Shape 28"/>
          <p:cNvSpPr/>
          <p:nvPr/>
        </p:nvSpPr>
        <p:spPr>
          <a:xfrm>
            <a:off x="3977640" y="1234440"/>
            <a:ext cx="3246120" cy="457200"/>
          </a:xfrm>
          <a:prstGeom prst="roundRect">
            <a:avLst>
              <a:gd name="adj" fmla="val 12000"/>
            </a:avLst>
          </a:prstGeom>
          <a:solidFill>
            <a:srgbClr val="1E2761"/>
          </a:solidFill>
          <a:ln/>
        </p:spPr>
      </p:sp>
      <p:sp>
        <p:nvSpPr>
          <p:cNvPr id="32" name="Text 29"/>
          <p:cNvSpPr/>
          <p:nvPr/>
        </p:nvSpPr>
        <p:spPr>
          <a:xfrm>
            <a:off x="4069080" y="1234440"/>
            <a:ext cx="306324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METRO / STAFF FLOW</a:t>
            </a:r>
            <a:endParaRPr lang="en-US" sz="1400" dirty="0"/>
          </a:p>
        </p:txBody>
      </p:sp>
      <p:sp>
        <p:nvSpPr>
          <p:cNvPr id="33" name="Shape 30"/>
          <p:cNvSpPr/>
          <p:nvPr/>
        </p:nvSpPr>
        <p:spPr>
          <a:xfrm>
            <a:off x="3977640" y="1847088"/>
            <a:ext cx="3246120" cy="402336"/>
          </a:xfrm>
          <a:prstGeom prst="roundRect">
            <a:avLst>
              <a:gd name="adj" fmla="val 11364"/>
            </a:avLst>
          </a:prstGeom>
          <a:solidFill>
            <a:srgbClr val="EAEBF5"/>
          </a:solidFill>
          <a:ln/>
        </p:spPr>
      </p:sp>
      <p:sp>
        <p:nvSpPr>
          <p:cNvPr id="34" name="Text 31"/>
          <p:cNvSpPr/>
          <p:nvPr/>
        </p:nvSpPr>
        <p:spPr>
          <a:xfrm>
            <a:off x="4087368" y="1847088"/>
            <a:ext cx="3026664" cy="402336"/>
          </a:xfrm>
          <a:prstGeom prst="rect">
            <a:avLst/>
          </a:prstGeom>
          <a:noFill/>
          <a:ln/>
        </p:spPr>
        <p:txBody>
          <a:bodyPr wrap="square" lIns="0" tIns="0" rIns="0" bIns="0" rtlCol="0" anchor="ctr"/>
          <a:lstStyle/>
          <a:p>
            <a:pPr marL="0" indent="0" algn="ctr">
              <a:buNone/>
            </a:pPr>
            <a:r>
              <a:rPr lang="en-US" sz="1400" dirty="0">
                <a:solidFill>
                  <a:srgbClr val="495057"/>
                </a:solidFill>
                <a:latin typeface="Calibri" pitchFamily="34" charset="0"/>
                <a:ea typeface="Calibri" pitchFamily="34" charset="-122"/>
                <a:cs typeface="Calibri" pitchFamily="34" charset="-120"/>
              </a:rPr>
              <a:t>Monitor passenger movement</a:t>
            </a:r>
            <a:endParaRPr lang="en-US" sz="1400" dirty="0"/>
          </a:p>
        </p:txBody>
      </p:sp>
      <p:sp>
        <p:nvSpPr>
          <p:cNvPr id="35" name="Shape 32"/>
          <p:cNvSpPr/>
          <p:nvPr/>
        </p:nvSpPr>
        <p:spPr>
          <a:xfrm>
            <a:off x="5536692" y="2282571"/>
            <a:ext cx="128016" cy="132588"/>
          </a:xfrm>
          <a:prstGeom prst="downArrow">
            <a:avLst/>
          </a:prstGeom>
          <a:solidFill>
            <a:srgbClr val="1E2761"/>
          </a:solidFill>
          <a:ln/>
        </p:spPr>
      </p:sp>
      <p:sp>
        <p:nvSpPr>
          <p:cNvPr id="36" name="Shape 33"/>
          <p:cNvSpPr/>
          <p:nvPr/>
        </p:nvSpPr>
        <p:spPr>
          <a:xfrm>
            <a:off x="3977640" y="2470404"/>
            <a:ext cx="3246120" cy="402336"/>
          </a:xfrm>
          <a:prstGeom prst="roundRect">
            <a:avLst>
              <a:gd name="adj" fmla="val 11364"/>
            </a:avLst>
          </a:prstGeom>
          <a:solidFill>
            <a:srgbClr val="EAEBF5"/>
          </a:solidFill>
          <a:ln/>
        </p:spPr>
      </p:sp>
      <p:sp>
        <p:nvSpPr>
          <p:cNvPr id="37" name="Text 34"/>
          <p:cNvSpPr/>
          <p:nvPr/>
        </p:nvSpPr>
        <p:spPr>
          <a:xfrm>
            <a:off x="4087368" y="2470404"/>
            <a:ext cx="3026664" cy="402336"/>
          </a:xfrm>
          <a:prstGeom prst="rect">
            <a:avLst/>
          </a:prstGeom>
          <a:noFill/>
          <a:ln/>
        </p:spPr>
        <p:txBody>
          <a:bodyPr wrap="square" lIns="0" tIns="0" rIns="0" bIns="0" rtlCol="0" anchor="ctr"/>
          <a:lstStyle/>
          <a:p>
            <a:pPr marL="0" indent="0" algn="ctr">
              <a:buNone/>
            </a:pPr>
            <a:r>
              <a:rPr lang="en-US" sz="1400" dirty="0">
                <a:solidFill>
                  <a:srgbClr val="495057"/>
                </a:solidFill>
                <a:latin typeface="Calibri" pitchFamily="34" charset="0"/>
                <a:ea typeface="Calibri" pitchFamily="34" charset="-122"/>
                <a:cs typeface="Calibri" pitchFamily="34" charset="-120"/>
              </a:rPr>
              <a:t>Provide signage &amp; announcements</a:t>
            </a:r>
            <a:endParaRPr lang="en-US" sz="1400" dirty="0"/>
          </a:p>
        </p:txBody>
      </p:sp>
      <p:sp>
        <p:nvSpPr>
          <p:cNvPr id="38" name="Shape 35"/>
          <p:cNvSpPr/>
          <p:nvPr/>
        </p:nvSpPr>
        <p:spPr>
          <a:xfrm>
            <a:off x="5536692" y="2905887"/>
            <a:ext cx="128016" cy="132588"/>
          </a:xfrm>
          <a:prstGeom prst="downArrow">
            <a:avLst/>
          </a:prstGeom>
          <a:solidFill>
            <a:srgbClr val="1E2761"/>
          </a:solidFill>
          <a:ln/>
        </p:spPr>
      </p:sp>
      <p:sp>
        <p:nvSpPr>
          <p:cNvPr id="39" name="Shape 36"/>
          <p:cNvSpPr/>
          <p:nvPr/>
        </p:nvSpPr>
        <p:spPr>
          <a:xfrm>
            <a:off x="3977640" y="3093720"/>
            <a:ext cx="3246120" cy="402336"/>
          </a:xfrm>
          <a:prstGeom prst="roundRect">
            <a:avLst>
              <a:gd name="adj" fmla="val 11364"/>
            </a:avLst>
          </a:prstGeom>
          <a:solidFill>
            <a:srgbClr val="EAEBF5"/>
          </a:solidFill>
          <a:ln/>
        </p:spPr>
        <p:txBody>
          <a:bodyPr/>
          <a:lstStyle/>
          <a:p>
            <a:endParaRPr lang="en-IN" dirty="0"/>
          </a:p>
        </p:txBody>
      </p:sp>
      <p:sp>
        <p:nvSpPr>
          <p:cNvPr id="40" name="Text 37"/>
          <p:cNvSpPr/>
          <p:nvPr/>
        </p:nvSpPr>
        <p:spPr>
          <a:xfrm>
            <a:off x="4087368" y="3093720"/>
            <a:ext cx="3026664" cy="402336"/>
          </a:xfrm>
          <a:prstGeom prst="rect">
            <a:avLst/>
          </a:prstGeom>
          <a:noFill/>
          <a:ln/>
        </p:spPr>
        <p:txBody>
          <a:bodyPr wrap="square" lIns="0" tIns="0" rIns="0" bIns="0" rtlCol="0" anchor="ctr"/>
          <a:lstStyle/>
          <a:p>
            <a:pPr marL="0" indent="0" algn="ctr">
              <a:buNone/>
            </a:pPr>
            <a:r>
              <a:rPr lang="en-US" sz="1400" dirty="0">
                <a:solidFill>
                  <a:srgbClr val="495057"/>
                </a:solidFill>
                <a:latin typeface="Calibri" pitchFamily="34" charset="0"/>
                <a:ea typeface="Calibri" pitchFamily="34" charset="-122"/>
                <a:cs typeface="Calibri" pitchFamily="34" charset="-120"/>
              </a:rPr>
              <a:t>Manage platforms</a:t>
            </a:r>
            <a:endParaRPr lang="en-US" sz="1400" dirty="0"/>
          </a:p>
        </p:txBody>
      </p:sp>
      <p:sp>
        <p:nvSpPr>
          <p:cNvPr id="41" name="Shape 38"/>
          <p:cNvSpPr/>
          <p:nvPr/>
        </p:nvSpPr>
        <p:spPr>
          <a:xfrm>
            <a:off x="5536692" y="3529203"/>
            <a:ext cx="128016" cy="132588"/>
          </a:xfrm>
          <a:prstGeom prst="downArrow">
            <a:avLst/>
          </a:prstGeom>
          <a:solidFill>
            <a:srgbClr val="1E2761"/>
          </a:solidFill>
          <a:ln/>
        </p:spPr>
      </p:sp>
      <p:sp>
        <p:nvSpPr>
          <p:cNvPr id="42" name="Shape 39"/>
          <p:cNvSpPr/>
          <p:nvPr/>
        </p:nvSpPr>
        <p:spPr>
          <a:xfrm>
            <a:off x="3977640" y="3717036"/>
            <a:ext cx="3246120" cy="402336"/>
          </a:xfrm>
          <a:prstGeom prst="roundRect">
            <a:avLst>
              <a:gd name="adj" fmla="val 11364"/>
            </a:avLst>
          </a:prstGeom>
          <a:solidFill>
            <a:srgbClr val="EAEBF5"/>
          </a:solidFill>
          <a:ln/>
        </p:spPr>
      </p:sp>
      <p:sp>
        <p:nvSpPr>
          <p:cNvPr id="43" name="Text 40"/>
          <p:cNvSpPr/>
          <p:nvPr/>
        </p:nvSpPr>
        <p:spPr>
          <a:xfrm>
            <a:off x="4087368" y="3717036"/>
            <a:ext cx="3026664" cy="402336"/>
          </a:xfrm>
          <a:prstGeom prst="rect">
            <a:avLst/>
          </a:prstGeom>
          <a:noFill/>
          <a:ln/>
        </p:spPr>
        <p:txBody>
          <a:bodyPr wrap="square" lIns="0" tIns="0" rIns="0" bIns="0" rtlCol="0" anchor="ctr"/>
          <a:lstStyle/>
          <a:p>
            <a:pPr marL="0" indent="0" algn="ctr">
              <a:buNone/>
            </a:pPr>
            <a:r>
              <a:rPr lang="en-US" sz="1400" dirty="0">
                <a:solidFill>
                  <a:srgbClr val="495057"/>
                </a:solidFill>
                <a:latin typeface="Calibri" pitchFamily="34" charset="0"/>
                <a:ea typeface="Calibri" pitchFamily="34" charset="-122"/>
                <a:cs typeface="Calibri" pitchFamily="34" charset="-120"/>
              </a:rPr>
              <a:t>Handle peak-hour crowds</a:t>
            </a:r>
            <a:endParaRPr lang="en-US" sz="1400" dirty="0"/>
          </a:p>
        </p:txBody>
      </p:sp>
      <p:sp>
        <p:nvSpPr>
          <p:cNvPr id="44" name="Shape 41"/>
          <p:cNvSpPr/>
          <p:nvPr/>
        </p:nvSpPr>
        <p:spPr>
          <a:xfrm>
            <a:off x="5536692" y="4152519"/>
            <a:ext cx="128016" cy="132588"/>
          </a:xfrm>
          <a:prstGeom prst="downArrow">
            <a:avLst/>
          </a:prstGeom>
          <a:solidFill>
            <a:srgbClr val="1E2761"/>
          </a:solidFill>
          <a:ln/>
        </p:spPr>
      </p:sp>
      <p:sp>
        <p:nvSpPr>
          <p:cNvPr id="45" name="Shape 42"/>
          <p:cNvSpPr/>
          <p:nvPr/>
        </p:nvSpPr>
        <p:spPr>
          <a:xfrm>
            <a:off x="3977640" y="4340352"/>
            <a:ext cx="3246120" cy="402336"/>
          </a:xfrm>
          <a:prstGeom prst="roundRect">
            <a:avLst>
              <a:gd name="adj" fmla="val 11364"/>
            </a:avLst>
          </a:prstGeom>
          <a:solidFill>
            <a:srgbClr val="EAEBF5"/>
          </a:solidFill>
          <a:ln/>
        </p:spPr>
      </p:sp>
      <p:sp>
        <p:nvSpPr>
          <p:cNvPr id="46" name="Text 43"/>
          <p:cNvSpPr/>
          <p:nvPr/>
        </p:nvSpPr>
        <p:spPr>
          <a:xfrm>
            <a:off x="4087368" y="4340352"/>
            <a:ext cx="3026664" cy="402336"/>
          </a:xfrm>
          <a:prstGeom prst="rect">
            <a:avLst/>
          </a:prstGeom>
          <a:noFill/>
          <a:ln/>
        </p:spPr>
        <p:txBody>
          <a:bodyPr wrap="square" lIns="0" tIns="0" rIns="0" bIns="0" rtlCol="0" anchor="ctr"/>
          <a:lstStyle/>
          <a:p>
            <a:pPr marL="0" indent="0" algn="ctr">
              <a:buNone/>
            </a:pPr>
            <a:r>
              <a:rPr lang="en-US" sz="1400" dirty="0">
                <a:solidFill>
                  <a:srgbClr val="495057"/>
                </a:solidFill>
                <a:latin typeface="Calibri" pitchFamily="34" charset="0"/>
                <a:ea typeface="Calibri" pitchFamily="34" charset="-122"/>
                <a:cs typeface="Calibri" pitchFamily="34" charset="-120"/>
              </a:rPr>
              <a:t>Assist confused passengers</a:t>
            </a:r>
            <a:endParaRPr lang="en-US" sz="1400" dirty="0"/>
          </a:p>
        </p:txBody>
      </p:sp>
      <p:sp>
        <p:nvSpPr>
          <p:cNvPr id="47" name="Shape 44"/>
          <p:cNvSpPr/>
          <p:nvPr/>
        </p:nvSpPr>
        <p:spPr>
          <a:xfrm>
            <a:off x="5536692" y="4775835"/>
            <a:ext cx="128016" cy="132588"/>
          </a:xfrm>
          <a:prstGeom prst="downArrow">
            <a:avLst/>
          </a:prstGeom>
          <a:solidFill>
            <a:srgbClr val="1E2761"/>
          </a:solidFill>
          <a:ln/>
        </p:spPr>
      </p:sp>
      <p:sp>
        <p:nvSpPr>
          <p:cNvPr id="48" name="Shape 45"/>
          <p:cNvSpPr/>
          <p:nvPr/>
        </p:nvSpPr>
        <p:spPr>
          <a:xfrm>
            <a:off x="3977640" y="4963668"/>
            <a:ext cx="3246120" cy="402336"/>
          </a:xfrm>
          <a:prstGeom prst="roundRect">
            <a:avLst>
              <a:gd name="adj" fmla="val 11364"/>
            </a:avLst>
          </a:prstGeom>
          <a:solidFill>
            <a:srgbClr val="EAEBF5"/>
          </a:solidFill>
          <a:ln/>
        </p:spPr>
      </p:sp>
      <p:sp>
        <p:nvSpPr>
          <p:cNvPr id="49" name="Text 46"/>
          <p:cNvSpPr/>
          <p:nvPr/>
        </p:nvSpPr>
        <p:spPr>
          <a:xfrm>
            <a:off x="4087368" y="4963668"/>
            <a:ext cx="3026664" cy="402336"/>
          </a:xfrm>
          <a:prstGeom prst="rect">
            <a:avLst/>
          </a:prstGeom>
          <a:noFill/>
          <a:ln/>
        </p:spPr>
        <p:txBody>
          <a:bodyPr wrap="square" lIns="0" tIns="0" rIns="0" bIns="0" rtlCol="0" anchor="ctr"/>
          <a:lstStyle/>
          <a:p>
            <a:pPr marL="0" indent="0" algn="ctr">
              <a:buNone/>
            </a:pPr>
            <a:r>
              <a:rPr lang="en-US" sz="1400" dirty="0">
                <a:solidFill>
                  <a:srgbClr val="495057"/>
                </a:solidFill>
                <a:latin typeface="Calibri" pitchFamily="34" charset="0"/>
                <a:ea typeface="Calibri" pitchFamily="34" charset="-122"/>
                <a:cs typeface="Calibri" pitchFamily="34" charset="-120"/>
              </a:rPr>
              <a:t>Maintain lifts/escalators</a:t>
            </a:r>
            <a:endParaRPr lang="en-US" sz="1400" dirty="0"/>
          </a:p>
        </p:txBody>
      </p:sp>
      <p:sp>
        <p:nvSpPr>
          <p:cNvPr id="50" name="Shape 47"/>
          <p:cNvSpPr/>
          <p:nvPr/>
        </p:nvSpPr>
        <p:spPr>
          <a:xfrm>
            <a:off x="5536692" y="5399151"/>
            <a:ext cx="128016" cy="132588"/>
          </a:xfrm>
          <a:prstGeom prst="downArrow">
            <a:avLst/>
          </a:prstGeom>
          <a:solidFill>
            <a:srgbClr val="1E2761"/>
          </a:solidFill>
          <a:ln/>
        </p:spPr>
      </p:sp>
      <p:sp>
        <p:nvSpPr>
          <p:cNvPr id="51" name="Shape 48"/>
          <p:cNvSpPr/>
          <p:nvPr/>
        </p:nvSpPr>
        <p:spPr>
          <a:xfrm>
            <a:off x="3977640" y="5586984"/>
            <a:ext cx="3246120" cy="402336"/>
          </a:xfrm>
          <a:prstGeom prst="roundRect">
            <a:avLst>
              <a:gd name="adj" fmla="val 11364"/>
            </a:avLst>
          </a:prstGeom>
          <a:solidFill>
            <a:srgbClr val="EAEBF5"/>
          </a:solidFill>
          <a:ln/>
        </p:spPr>
      </p:sp>
      <p:sp>
        <p:nvSpPr>
          <p:cNvPr id="52" name="Text 49"/>
          <p:cNvSpPr/>
          <p:nvPr/>
        </p:nvSpPr>
        <p:spPr>
          <a:xfrm>
            <a:off x="4087368" y="5586984"/>
            <a:ext cx="3026664" cy="402336"/>
          </a:xfrm>
          <a:prstGeom prst="rect">
            <a:avLst/>
          </a:prstGeom>
          <a:noFill/>
          <a:ln/>
        </p:spPr>
        <p:txBody>
          <a:bodyPr wrap="square" lIns="0" tIns="0" rIns="0" bIns="0" rtlCol="0" anchor="ctr"/>
          <a:lstStyle/>
          <a:p>
            <a:pPr marL="0" indent="0" algn="ctr">
              <a:buNone/>
            </a:pPr>
            <a:r>
              <a:rPr lang="en-US" sz="1400" dirty="0">
                <a:solidFill>
                  <a:srgbClr val="495057"/>
                </a:solidFill>
                <a:latin typeface="Calibri" pitchFamily="34" charset="0"/>
                <a:ea typeface="Calibri" pitchFamily="34" charset="-122"/>
                <a:cs typeface="Calibri" pitchFamily="34" charset="-120"/>
              </a:rPr>
              <a:t>Respond to incidents</a:t>
            </a:r>
            <a:endParaRPr lang="en-US" sz="1400" dirty="0"/>
          </a:p>
        </p:txBody>
      </p:sp>
      <p:sp>
        <p:nvSpPr>
          <p:cNvPr id="53" name="Shape 50"/>
          <p:cNvSpPr/>
          <p:nvPr/>
        </p:nvSpPr>
        <p:spPr>
          <a:xfrm>
            <a:off x="7498080" y="1234440"/>
            <a:ext cx="4233672" cy="457200"/>
          </a:xfrm>
          <a:prstGeom prst="roundRect">
            <a:avLst>
              <a:gd name="adj" fmla="val 12000"/>
            </a:avLst>
          </a:prstGeom>
          <a:solidFill>
            <a:srgbClr val="0CA678"/>
          </a:solidFill>
          <a:ln/>
        </p:spPr>
      </p:sp>
      <p:sp>
        <p:nvSpPr>
          <p:cNvPr id="54" name="Text 51"/>
          <p:cNvSpPr/>
          <p:nvPr/>
        </p:nvSpPr>
        <p:spPr>
          <a:xfrm>
            <a:off x="7498080" y="1234440"/>
            <a:ext cx="4233672"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KEY OBSERVATIONS</a:t>
            </a:r>
            <a:endParaRPr lang="en-US" sz="1400" dirty="0"/>
          </a:p>
        </p:txBody>
      </p:sp>
      <p:sp>
        <p:nvSpPr>
          <p:cNvPr id="55" name="Shape 52"/>
          <p:cNvSpPr/>
          <p:nvPr/>
        </p:nvSpPr>
        <p:spPr>
          <a:xfrm>
            <a:off x="7498080" y="1840491"/>
            <a:ext cx="4233672" cy="4142232"/>
          </a:xfrm>
          <a:prstGeom prst="roundRect">
            <a:avLst>
              <a:gd name="adj" fmla="val 1766"/>
            </a:avLst>
          </a:prstGeom>
          <a:solidFill>
            <a:srgbClr val="E6F7F1"/>
          </a:solidFill>
          <a:ln w="12700">
            <a:solidFill>
              <a:srgbClr val="E6F7F1"/>
            </a:solidFill>
            <a:prstDash val="solid"/>
          </a:ln>
          <a:effectLst>
            <a:outerShdw blurRad="76200" dist="25400" dir="5400000" algn="bl" rotWithShape="0">
              <a:srgbClr val="8A99A8">
                <a:alpha val="22000"/>
              </a:srgbClr>
            </a:outerShdw>
          </a:effectLst>
        </p:spPr>
      </p:sp>
      <p:sp>
        <p:nvSpPr>
          <p:cNvPr id="56" name="Text 53"/>
          <p:cNvSpPr/>
          <p:nvPr/>
        </p:nvSpPr>
        <p:spPr>
          <a:xfrm>
            <a:off x="7726680" y="1881117"/>
            <a:ext cx="3776472" cy="3971043"/>
          </a:xfrm>
          <a:prstGeom prst="rect">
            <a:avLst/>
          </a:prstGeom>
          <a:noFill/>
          <a:ln/>
        </p:spPr>
        <p:txBody>
          <a:bodyPr wrap="square" lIns="0" tIns="0" rIns="0" bIns="0" rtlCol="0" anchor="t"/>
          <a:lstStyle/>
          <a:p>
            <a:pPr marL="177800" indent="-177800">
              <a:lnSpc>
                <a:spcPct val="102000"/>
              </a:lnSpc>
              <a:spcAft>
                <a:spcPts val="700"/>
              </a:spcAft>
              <a:buSzPct val="100000"/>
              <a:buChar char="•"/>
            </a:pPr>
            <a:r>
              <a:rPr lang="en-US" sz="1400" dirty="0">
                <a:solidFill>
                  <a:srgbClr val="495057"/>
                </a:solidFill>
                <a:latin typeface="Calibri" pitchFamily="34" charset="0"/>
                <a:ea typeface="Calibri" pitchFamily="34" charset="-122"/>
                <a:cs typeface="Calibri" pitchFamily="34" charset="-120"/>
              </a:rPr>
              <a:t>Peak-hour passenger density increases navigation difficulty.</a:t>
            </a:r>
            <a:endParaRPr lang="en-US" sz="1400" dirty="0"/>
          </a:p>
          <a:p>
            <a:pPr marL="177800" indent="-177800">
              <a:lnSpc>
                <a:spcPct val="102000"/>
              </a:lnSpc>
              <a:spcAft>
                <a:spcPts val="700"/>
              </a:spcAft>
              <a:buSzPct val="100000"/>
              <a:buChar char="•"/>
            </a:pPr>
            <a:r>
              <a:rPr lang="en-US" sz="1400" dirty="0">
                <a:solidFill>
                  <a:srgbClr val="495057"/>
                </a:solidFill>
                <a:latin typeface="Calibri" pitchFamily="34" charset="0"/>
                <a:ea typeface="Calibri" pitchFamily="34" charset="-122"/>
                <a:cs typeface="Calibri" pitchFamily="34" charset="-120"/>
              </a:rPr>
              <a:t>First-time users do not have a mental map of the station.</a:t>
            </a:r>
            <a:endParaRPr lang="en-US" sz="1400" dirty="0"/>
          </a:p>
          <a:p>
            <a:pPr marL="177800" indent="-177800">
              <a:lnSpc>
                <a:spcPct val="102000"/>
              </a:lnSpc>
              <a:spcAft>
                <a:spcPts val="700"/>
              </a:spcAft>
              <a:buSzPct val="100000"/>
              <a:buChar char="•"/>
            </a:pPr>
            <a:r>
              <a:rPr lang="en-US" sz="1400" dirty="0">
                <a:solidFill>
                  <a:srgbClr val="495057"/>
                </a:solidFill>
                <a:latin typeface="Calibri" pitchFamily="34" charset="0"/>
                <a:ea typeface="Calibri" pitchFamily="34" charset="-122"/>
                <a:cs typeface="Calibri" pitchFamily="34" charset="-120"/>
              </a:rPr>
              <a:t>Passengers must make decisions while moving with the crowd.</a:t>
            </a:r>
            <a:endParaRPr lang="en-US" sz="1400" dirty="0"/>
          </a:p>
          <a:p>
            <a:pPr marL="177800" indent="-177800">
              <a:lnSpc>
                <a:spcPct val="102000"/>
              </a:lnSpc>
              <a:spcAft>
                <a:spcPts val="700"/>
              </a:spcAft>
              <a:buSzPct val="100000"/>
              <a:buChar char="•"/>
            </a:pPr>
            <a:r>
              <a:rPr lang="en-US" sz="1400" dirty="0">
                <a:solidFill>
                  <a:srgbClr val="495057"/>
                </a:solidFill>
                <a:latin typeface="Calibri" pitchFamily="34" charset="0"/>
                <a:ea typeface="Calibri" pitchFamily="34" charset="-122"/>
                <a:cs typeface="Calibri" pitchFamily="34" charset="-120"/>
              </a:rPr>
              <a:t>Interchange routes require the highest cognitive effort.</a:t>
            </a:r>
            <a:endParaRPr lang="en-US" sz="1400" dirty="0"/>
          </a:p>
          <a:p>
            <a:pPr marL="177800" indent="-177800">
              <a:lnSpc>
                <a:spcPct val="102000"/>
              </a:lnSpc>
              <a:spcAft>
                <a:spcPts val="700"/>
              </a:spcAft>
              <a:buSzPct val="100000"/>
              <a:buChar char="•"/>
            </a:pPr>
            <a:r>
              <a:rPr lang="en-US" sz="1400" dirty="0">
                <a:solidFill>
                  <a:srgbClr val="495057"/>
                </a:solidFill>
                <a:latin typeface="Calibri" pitchFamily="34" charset="0"/>
                <a:ea typeface="Calibri" pitchFamily="34" charset="-122"/>
                <a:cs typeface="Calibri" pitchFamily="34" charset="-120"/>
              </a:rPr>
              <a:t>Elderly travelers benefit from shorter routes and clearly visible lifts/escalators.</a:t>
            </a:r>
            <a:endParaRPr lang="en-US" sz="1400" dirty="0"/>
          </a:p>
          <a:p>
            <a:pPr marL="177800" indent="-177800">
              <a:lnSpc>
                <a:spcPct val="102000"/>
              </a:lnSpc>
              <a:spcAft>
                <a:spcPts val="700"/>
              </a:spcAft>
              <a:buSzPct val="100000"/>
              <a:buChar char="•"/>
            </a:pPr>
            <a:r>
              <a:rPr lang="en-US" sz="1400" dirty="0">
                <a:solidFill>
                  <a:srgbClr val="495057"/>
                </a:solidFill>
                <a:latin typeface="Calibri" pitchFamily="34" charset="0"/>
                <a:ea typeface="Calibri" pitchFamily="34" charset="-122"/>
                <a:cs typeface="Calibri" pitchFamily="34" charset="-120"/>
              </a:rPr>
              <a:t>Too much information can be as confusing as too little information.</a:t>
            </a:r>
            <a:endParaRPr lang="en-US" sz="1400" dirty="0"/>
          </a:p>
          <a:p>
            <a:pPr marL="177800" indent="-177800">
              <a:lnSpc>
                <a:spcPct val="102000"/>
              </a:lnSpc>
              <a:spcAft>
                <a:spcPts val="700"/>
              </a:spcAft>
              <a:buSzPct val="100000"/>
              <a:buChar char="•"/>
            </a:pPr>
            <a:r>
              <a:rPr lang="en-US" sz="1400" dirty="0">
                <a:solidFill>
                  <a:srgbClr val="495057"/>
                </a:solidFill>
                <a:latin typeface="Calibri" pitchFamily="34" charset="0"/>
                <a:ea typeface="Calibri" pitchFamily="34" charset="-122"/>
                <a:cs typeface="Calibri" pitchFamily="34" charset="-120"/>
              </a:rPr>
              <a:t>Passengers frequently seek confirmation before boarding.</a:t>
            </a:r>
            <a:endParaRPr lang="en-US" sz="1400" dirty="0"/>
          </a:p>
          <a:p>
            <a:pPr marL="177800" indent="-177800">
              <a:lnSpc>
                <a:spcPct val="102000"/>
              </a:lnSpc>
              <a:spcAft>
                <a:spcPts val="700"/>
              </a:spcAft>
              <a:buSzPct val="100000"/>
              <a:buChar char="•"/>
            </a:pPr>
            <a:r>
              <a:rPr lang="en-US" sz="1400" dirty="0">
                <a:solidFill>
                  <a:srgbClr val="495057"/>
                </a:solidFill>
                <a:latin typeface="Calibri" pitchFamily="34" charset="0"/>
                <a:ea typeface="Calibri" pitchFamily="34" charset="-122"/>
                <a:cs typeface="Calibri" pitchFamily="34" charset="-120"/>
              </a:rPr>
              <a:t>Digital-only solutions may exclude some elderly users.</a:t>
            </a:r>
            <a:endParaRPr lang="en-US" sz="1400" dirty="0"/>
          </a:p>
        </p:txBody>
      </p:sp>
      <p:sp>
        <p:nvSpPr>
          <p:cNvPr id="57" name="Shape 54"/>
          <p:cNvSpPr/>
          <p:nvPr/>
        </p:nvSpPr>
        <p:spPr>
          <a:xfrm>
            <a:off x="457200" y="6172200"/>
            <a:ext cx="11274552" cy="502920"/>
          </a:xfrm>
          <a:prstGeom prst="roundRect">
            <a:avLst>
              <a:gd name="adj" fmla="val 14545"/>
            </a:avLst>
          </a:prstGeom>
          <a:solidFill>
            <a:srgbClr val="1E2761"/>
          </a:solidFill>
          <a:ln/>
        </p:spPr>
      </p:sp>
      <p:sp>
        <p:nvSpPr>
          <p:cNvPr id="58" name="Text 55"/>
          <p:cNvSpPr/>
          <p:nvPr/>
        </p:nvSpPr>
        <p:spPr>
          <a:xfrm>
            <a:off x="640080" y="6172200"/>
            <a:ext cx="10908792" cy="502920"/>
          </a:xfrm>
          <a:prstGeom prst="rect">
            <a:avLst/>
          </a:prstGeom>
          <a:noFill/>
          <a:ln/>
        </p:spPr>
        <p:txBody>
          <a:bodyPr wrap="square" lIns="0" tIns="0" rIns="0" bIns="0" rtlCol="0" anchor="ctr"/>
          <a:lstStyle/>
          <a:p>
            <a:pPr marL="0" indent="0" algn="ctr">
              <a:buNone/>
            </a:pPr>
            <a:r>
              <a:rPr lang="en-US" sz="1250" i="1" dirty="0">
                <a:solidFill>
                  <a:srgbClr val="FFFFFF"/>
                </a:solidFill>
                <a:latin typeface="Calibri" pitchFamily="34" charset="0"/>
                <a:ea typeface="Calibri" pitchFamily="34" charset="-122"/>
                <a:cs typeface="Calibri" pitchFamily="34" charset="-120"/>
              </a:rPr>
              <a:t>Navigation must work in a noisy, crowded and fast-moving environment.</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292608"/>
            <a:ext cx="9601200" cy="502920"/>
          </a:xfrm>
          <a:prstGeom prst="rect">
            <a:avLst/>
          </a:prstGeom>
          <a:noFill/>
          <a:ln/>
        </p:spPr>
        <p:txBody>
          <a:bodyPr wrap="square" lIns="0" tIns="0" rIns="0" bIns="0" rtlCol="0" anchor="ctr"/>
          <a:lstStyle/>
          <a:p>
            <a:pPr marL="0" indent="0" algn="l">
              <a:buNone/>
            </a:pPr>
            <a:r>
              <a:rPr lang="en-US" sz="3000" b="1" dirty="0">
                <a:solidFill>
                  <a:srgbClr val="1E2761"/>
                </a:solidFill>
                <a:latin typeface="Calibri" pitchFamily="34" charset="0"/>
                <a:ea typeface="Calibri" pitchFamily="34" charset="-122"/>
                <a:cs typeface="Calibri" pitchFamily="34" charset="-120"/>
              </a:rPr>
              <a:t>CUSTOMER JOURNEY MAP</a:t>
            </a:r>
            <a:endParaRPr lang="en-US" sz="3000" dirty="0"/>
          </a:p>
        </p:txBody>
      </p:sp>
      <p:sp>
        <p:nvSpPr>
          <p:cNvPr id="3" name="Text 1"/>
          <p:cNvSpPr/>
          <p:nvPr/>
        </p:nvSpPr>
        <p:spPr>
          <a:xfrm>
            <a:off x="457200" y="777240"/>
            <a:ext cx="9875520" cy="365760"/>
          </a:xfrm>
          <a:prstGeom prst="rect">
            <a:avLst/>
          </a:prstGeom>
          <a:noFill/>
          <a:ln/>
        </p:spPr>
        <p:txBody>
          <a:bodyPr wrap="square" lIns="0" tIns="0" rIns="0" bIns="0" rtlCol="0" anchor="ctr"/>
          <a:lstStyle/>
          <a:p>
            <a:pPr marL="0" indent="0" algn="l">
              <a:buNone/>
            </a:pPr>
            <a:r>
              <a:rPr lang="en-US" sz="1500" i="1" dirty="0">
                <a:solidFill>
                  <a:srgbClr val="085A68"/>
                </a:solidFill>
                <a:latin typeface="Calibri" pitchFamily="34" charset="0"/>
                <a:ea typeface="Calibri" pitchFamily="34" charset="-122"/>
                <a:cs typeface="Calibri" pitchFamily="34" charset="-120"/>
              </a:rPr>
              <a:t>From Entering Ameerpet Metro to Reaching the Destination</a:t>
            </a:r>
            <a:endParaRPr lang="en-US" sz="1500" dirty="0"/>
          </a:p>
        </p:txBody>
      </p:sp>
      <p:sp>
        <p:nvSpPr>
          <p:cNvPr id="4" name="Shape 2"/>
          <p:cNvSpPr/>
          <p:nvPr/>
        </p:nvSpPr>
        <p:spPr>
          <a:xfrm>
            <a:off x="11109960" y="320040"/>
            <a:ext cx="621792" cy="621792"/>
          </a:xfrm>
          <a:prstGeom prst="ellipse">
            <a:avLst/>
          </a:prstGeom>
          <a:solidFill>
            <a:srgbClr val="0B7285"/>
          </a:solidFill>
          <a:ln/>
        </p:spPr>
      </p:sp>
      <p:pic>
        <p:nvPicPr>
          <p:cNvPr id="5" name="Image 0" descr="/home/claude/ameerpet/icons/route.png"/>
          <p:cNvPicPr>
            <a:picLocks noChangeAspect="1"/>
          </p:cNvPicPr>
          <p:nvPr/>
        </p:nvPicPr>
        <p:blipFill>
          <a:blip r:embed="rId3"/>
          <a:stretch>
            <a:fillRect/>
          </a:stretch>
        </p:blipFill>
        <p:spPr>
          <a:xfrm>
            <a:off x="11190793" y="400873"/>
            <a:ext cx="460126" cy="460126"/>
          </a:xfrm>
          <a:prstGeom prst="rect">
            <a:avLst/>
          </a:prstGeom>
        </p:spPr>
      </p:pic>
      <p:sp>
        <p:nvSpPr>
          <p:cNvPr id="6" name="Shape 3"/>
          <p:cNvSpPr/>
          <p:nvPr/>
        </p:nvSpPr>
        <p:spPr>
          <a:xfrm>
            <a:off x="409074" y="1207008"/>
            <a:ext cx="1517904" cy="1691640"/>
          </a:xfrm>
          <a:prstGeom prst="roundRect">
            <a:avLst>
              <a:gd name="adj" fmla="val 4819"/>
            </a:avLst>
          </a:prstGeom>
          <a:solidFill>
            <a:srgbClr val="F7FAFB"/>
          </a:solidFill>
          <a:ln w="12700">
            <a:solidFill>
              <a:srgbClr val="DCE4E6"/>
            </a:solidFill>
            <a:prstDash val="solid"/>
          </a:ln>
          <a:effectLst>
            <a:outerShdw blurRad="76200" dist="25400" dir="5400000" algn="bl" rotWithShape="0">
              <a:srgbClr val="8A99A8">
                <a:alpha val="22000"/>
              </a:srgbClr>
            </a:outerShdw>
          </a:effectLst>
        </p:spPr>
      </p:sp>
      <p:sp>
        <p:nvSpPr>
          <p:cNvPr id="7" name="Shape 4"/>
          <p:cNvSpPr/>
          <p:nvPr/>
        </p:nvSpPr>
        <p:spPr>
          <a:xfrm>
            <a:off x="978408" y="1344168"/>
            <a:ext cx="475488" cy="475488"/>
          </a:xfrm>
          <a:prstGeom prst="ellipse">
            <a:avLst/>
          </a:prstGeom>
          <a:solidFill>
            <a:srgbClr val="0B7285"/>
          </a:solidFill>
          <a:ln/>
        </p:spPr>
      </p:sp>
      <p:pic>
        <p:nvPicPr>
          <p:cNvPr id="8" name="Image 1" descr="/home/claude/ameerpet/icons/enter.png"/>
          <p:cNvPicPr>
            <a:picLocks noChangeAspect="1"/>
          </p:cNvPicPr>
          <p:nvPr/>
        </p:nvPicPr>
        <p:blipFill>
          <a:blip r:embed="rId4"/>
          <a:stretch>
            <a:fillRect/>
          </a:stretch>
        </p:blipFill>
        <p:spPr>
          <a:xfrm>
            <a:off x="1040221" y="1405981"/>
            <a:ext cx="351861" cy="351861"/>
          </a:xfrm>
          <a:prstGeom prst="rect">
            <a:avLst/>
          </a:prstGeom>
        </p:spPr>
      </p:pic>
      <p:sp>
        <p:nvSpPr>
          <p:cNvPr id="9" name="Text 5"/>
          <p:cNvSpPr/>
          <p:nvPr/>
        </p:nvSpPr>
        <p:spPr>
          <a:xfrm>
            <a:off x="512064" y="1280160"/>
            <a:ext cx="274320" cy="228600"/>
          </a:xfrm>
          <a:prstGeom prst="rect">
            <a:avLst/>
          </a:prstGeom>
          <a:noFill/>
          <a:ln/>
        </p:spPr>
        <p:txBody>
          <a:bodyPr wrap="square" lIns="0" tIns="0" rIns="0" bIns="0" rtlCol="0" anchor="ctr"/>
          <a:lstStyle/>
          <a:p>
            <a:pPr marL="0" indent="0">
              <a:buNone/>
            </a:pPr>
            <a:r>
              <a:rPr lang="en-US" sz="900" b="1" dirty="0">
                <a:solidFill>
                  <a:srgbClr val="868E96"/>
                </a:solidFill>
                <a:latin typeface="Calibri" pitchFamily="34" charset="0"/>
                <a:ea typeface="Calibri" pitchFamily="34" charset="-122"/>
                <a:cs typeface="Calibri" pitchFamily="34" charset="-120"/>
              </a:rPr>
              <a:t>1</a:t>
            </a:r>
            <a:endParaRPr lang="en-US" sz="900" dirty="0"/>
          </a:p>
        </p:txBody>
      </p:sp>
      <p:sp>
        <p:nvSpPr>
          <p:cNvPr id="10" name="Text 6"/>
          <p:cNvSpPr/>
          <p:nvPr/>
        </p:nvSpPr>
        <p:spPr>
          <a:xfrm>
            <a:off x="512064" y="1865376"/>
            <a:ext cx="1408176" cy="384048"/>
          </a:xfrm>
          <a:prstGeom prst="rect">
            <a:avLst/>
          </a:prstGeom>
          <a:noFill/>
          <a:ln/>
        </p:spPr>
        <p:txBody>
          <a:bodyPr wrap="square" lIns="0" tIns="0" rIns="0" bIns="0" rtlCol="0" anchor="ctr"/>
          <a:lstStyle/>
          <a:p>
            <a:pPr marL="0" indent="0" algn="ctr">
              <a:lnSpc>
                <a:spcPct val="100000"/>
              </a:lnSpc>
              <a:buNone/>
            </a:pPr>
            <a:r>
              <a:rPr lang="en-US" sz="950" b="1" dirty="0">
                <a:solidFill>
                  <a:srgbClr val="1E2761"/>
                </a:solidFill>
                <a:latin typeface="Calibri" pitchFamily="34" charset="0"/>
                <a:ea typeface="Calibri" pitchFamily="34" charset="-122"/>
                <a:cs typeface="Calibri" pitchFamily="34" charset="-120"/>
              </a:rPr>
              <a:t>ENTER STATION</a:t>
            </a:r>
            <a:endParaRPr lang="en-US" sz="950" dirty="0"/>
          </a:p>
        </p:txBody>
      </p:sp>
      <p:sp>
        <p:nvSpPr>
          <p:cNvPr id="11" name="Text 7"/>
          <p:cNvSpPr/>
          <p:nvPr/>
        </p:nvSpPr>
        <p:spPr>
          <a:xfrm>
            <a:off x="530352" y="2258568"/>
            <a:ext cx="1371600" cy="594360"/>
          </a:xfrm>
          <a:prstGeom prst="rect">
            <a:avLst/>
          </a:prstGeom>
          <a:noFill/>
          <a:ln/>
        </p:spPr>
        <p:txBody>
          <a:bodyPr wrap="square" lIns="0" tIns="0" rIns="0" bIns="0" rtlCol="0" anchor="t"/>
          <a:lstStyle/>
          <a:p>
            <a:pPr marL="0" indent="0" algn="ctr">
              <a:lnSpc>
                <a:spcPct val="105000"/>
              </a:lnSpc>
              <a:buNone/>
            </a:pPr>
            <a:r>
              <a:rPr lang="en-US" sz="1200" dirty="0">
                <a:solidFill>
                  <a:srgbClr val="495057"/>
                </a:solidFill>
                <a:latin typeface="Calibri" pitchFamily="34" charset="0"/>
                <a:ea typeface="Calibri" pitchFamily="34" charset="-122"/>
                <a:cs typeface="Calibri" pitchFamily="34" charset="-120"/>
              </a:rPr>
              <a:t>Looks for initial directions</a:t>
            </a:r>
            <a:r>
              <a:rPr lang="en-US" sz="800" dirty="0">
                <a:solidFill>
                  <a:srgbClr val="495057"/>
                </a:solidFill>
                <a:latin typeface="Calibri" pitchFamily="34" charset="0"/>
                <a:ea typeface="Calibri" pitchFamily="34" charset="-122"/>
                <a:cs typeface="Calibri" pitchFamily="34" charset="-120"/>
              </a:rPr>
              <a:t>.</a:t>
            </a:r>
            <a:endParaRPr lang="en-US" sz="800" dirty="0"/>
          </a:p>
        </p:txBody>
      </p:sp>
      <p:sp>
        <p:nvSpPr>
          <p:cNvPr id="12" name="Shape 8"/>
          <p:cNvSpPr/>
          <p:nvPr/>
        </p:nvSpPr>
        <p:spPr>
          <a:xfrm>
            <a:off x="2072030" y="1207008"/>
            <a:ext cx="1517904" cy="1691640"/>
          </a:xfrm>
          <a:prstGeom prst="roundRect">
            <a:avLst>
              <a:gd name="adj" fmla="val 4819"/>
            </a:avLst>
          </a:prstGeom>
          <a:solidFill>
            <a:srgbClr val="F7FAFB"/>
          </a:solidFill>
          <a:ln w="12700">
            <a:solidFill>
              <a:srgbClr val="DCE4E6"/>
            </a:solidFill>
            <a:prstDash val="solid"/>
          </a:ln>
          <a:effectLst>
            <a:outerShdw blurRad="76200" dist="25400" dir="5400000" algn="bl" rotWithShape="0">
              <a:srgbClr val="8A99A8">
                <a:alpha val="22000"/>
              </a:srgbClr>
            </a:outerShdw>
          </a:effectLst>
        </p:spPr>
      </p:sp>
      <p:sp>
        <p:nvSpPr>
          <p:cNvPr id="13" name="Shape 9"/>
          <p:cNvSpPr/>
          <p:nvPr/>
        </p:nvSpPr>
        <p:spPr>
          <a:xfrm>
            <a:off x="2593238" y="1344168"/>
            <a:ext cx="475488" cy="475488"/>
          </a:xfrm>
          <a:prstGeom prst="ellipse">
            <a:avLst/>
          </a:prstGeom>
          <a:solidFill>
            <a:srgbClr val="0B7285"/>
          </a:solidFill>
          <a:ln/>
        </p:spPr>
      </p:sp>
      <p:pic>
        <p:nvPicPr>
          <p:cNvPr id="14" name="Image 2" descr="/home/claude/ameerpet/icons/route.png"/>
          <p:cNvPicPr>
            <a:picLocks noChangeAspect="1"/>
          </p:cNvPicPr>
          <p:nvPr/>
        </p:nvPicPr>
        <p:blipFill>
          <a:blip r:embed="rId3"/>
          <a:stretch>
            <a:fillRect/>
          </a:stretch>
        </p:blipFill>
        <p:spPr>
          <a:xfrm>
            <a:off x="2655052" y="1405981"/>
            <a:ext cx="351861" cy="351861"/>
          </a:xfrm>
          <a:prstGeom prst="rect">
            <a:avLst/>
          </a:prstGeom>
        </p:spPr>
      </p:pic>
      <p:sp>
        <p:nvSpPr>
          <p:cNvPr id="15" name="Text 10"/>
          <p:cNvSpPr/>
          <p:nvPr/>
        </p:nvSpPr>
        <p:spPr>
          <a:xfrm>
            <a:off x="2126894" y="1280160"/>
            <a:ext cx="274320" cy="228600"/>
          </a:xfrm>
          <a:prstGeom prst="rect">
            <a:avLst/>
          </a:prstGeom>
          <a:noFill/>
          <a:ln/>
        </p:spPr>
        <p:txBody>
          <a:bodyPr wrap="square" lIns="0" tIns="0" rIns="0" bIns="0" rtlCol="0" anchor="ctr"/>
          <a:lstStyle/>
          <a:p>
            <a:pPr marL="0" indent="0">
              <a:buNone/>
            </a:pPr>
            <a:r>
              <a:rPr lang="en-US" sz="900" b="1" dirty="0">
                <a:solidFill>
                  <a:srgbClr val="868E96"/>
                </a:solidFill>
                <a:latin typeface="Calibri" pitchFamily="34" charset="0"/>
                <a:ea typeface="Calibri" pitchFamily="34" charset="-122"/>
                <a:cs typeface="Calibri" pitchFamily="34" charset="-120"/>
              </a:rPr>
              <a:t>2</a:t>
            </a:r>
            <a:endParaRPr lang="en-US" sz="900" dirty="0"/>
          </a:p>
        </p:txBody>
      </p:sp>
      <p:sp>
        <p:nvSpPr>
          <p:cNvPr id="16" name="Text 11"/>
          <p:cNvSpPr/>
          <p:nvPr/>
        </p:nvSpPr>
        <p:spPr>
          <a:xfrm>
            <a:off x="2126894" y="1865376"/>
            <a:ext cx="1408176" cy="384048"/>
          </a:xfrm>
          <a:prstGeom prst="rect">
            <a:avLst/>
          </a:prstGeom>
          <a:noFill/>
          <a:ln/>
        </p:spPr>
        <p:txBody>
          <a:bodyPr wrap="square" lIns="0" tIns="0" rIns="0" bIns="0" rtlCol="0" anchor="ctr"/>
          <a:lstStyle/>
          <a:p>
            <a:pPr marL="0" indent="0" algn="ctr">
              <a:lnSpc>
                <a:spcPct val="100000"/>
              </a:lnSpc>
              <a:buNone/>
            </a:pPr>
            <a:r>
              <a:rPr lang="en-US" sz="950" b="1" dirty="0">
                <a:solidFill>
                  <a:srgbClr val="1E2761"/>
                </a:solidFill>
                <a:latin typeface="Calibri" pitchFamily="34" charset="0"/>
                <a:ea typeface="Calibri" pitchFamily="34" charset="-122"/>
                <a:cs typeface="Calibri" pitchFamily="34" charset="-120"/>
              </a:rPr>
              <a:t>FIND ROUTE</a:t>
            </a:r>
            <a:endParaRPr lang="en-US" sz="950" dirty="0"/>
          </a:p>
        </p:txBody>
      </p:sp>
      <p:sp>
        <p:nvSpPr>
          <p:cNvPr id="17" name="Text 12"/>
          <p:cNvSpPr/>
          <p:nvPr/>
        </p:nvSpPr>
        <p:spPr>
          <a:xfrm>
            <a:off x="2145182" y="2258568"/>
            <a:ext cx="1371600" cy="594360"/>
          </a:xfrm>
          <a:prstGeom prst="rect">
            <a:avLst/>
          </a:prstGeom>
          <a:noFill/>
          <a:ln/>
        </p:spPr>
        <p:txBody>
          <a:bodyPr wrap="square" lIns="0" tIns="0" rIns="0" bIns="0" rtlCol="0" anchor="t"/>
          <a:lstStyle/>
          <a:p>
            <a:pPr marL="0" indent="0" algn="ctr">
              <a:lnSpc>
                <a:spcPct val="105000"/>
              </a:lnSpc>
              <a:buNone/>
            </a:pPr>
            <a:r>
              <a:rPr lang="en-US" sz="1200" dirty="0">
                <a:solidFill>
                  <a:srgbClr val="495057"/>
                </a:solidFill>
                <a:latin typeface="Calibri" pitchFamily="34" charset="0"/>
                <a:ea typeface="Calibri" pitchFamily="34" charset="-122"/>
                <a:cs typeface="Calibri" pitchFamily="34" charset="-120"/>
              </a:rPr>
              <a:t>Checks route map, line &amp; platform info</a:t>
            </a:r>
            <a:r>
              <a:rPr lang="en-US" sz="800" dirty="0">
                <a:solidFill>
                  <a:srgbClr val="495057"/>
                </a:solidFill>
                <a:latin typeface="Calibri" pitchFamily="34" charset="0"/>
                <a:ea typeface="Calibri" pitchFamily="34" charset="-122"/>
                <a:cs typeface="Calibri" pitchFamily="34" charset="-120"/>
              </a:rPr>
              <a:t>.</a:t>
            </a:r>
            <a:endParaRPr lang="en-US" sz="800" dirty="0"/>
          </a:p>
        </p:txBody>
      </p:sp>
      <p:sp>
        <p:nvSpPr>
          <p:cNvPr id="18" name="Shape 13"/>
          <p:cNvSpPr/>
          <p:nvPr/>
        </p:nvSpPr>
        <p:spPr>
          <a:xfrm>
            <a:off x="3686861" y="1207008"/>
            <a:ext cx="1517904" cy="1691640"/>
          </a:xfrm>
          <a:prstGeom prst="roundRect">
            <a:avLst>
              <a:gd name="adj" fmla="val 4819"/>
            </a:avLst>
          </a:prstGeom>
          <a:solidFill>
            <a:srgbClr val="F7FAFB"/>
          </a:solidFill>
          <a:ln w="12700">
            <a:solidFill>
              <a:srgbClr val="DCE4E6"/>
            </a:solidFill>
            <a:prstDash val="solid"/>
          </a:ln>
          <a:effectLst>
            <a:outerShdw blurRad="76200" dist="25400" dir="5400000" algn="bl" rotWithShape="0">
              <a:srgbClr val="8A99A8">
                <a:alpha val="22000"/>
              </a:srgbClr>
            </a:outerShdw>
          </a:effectLst>
        </p:spPr>
      </p:sp>
      <p:sp>
        <p:nvSpPr>
          <p:cNvPr id="19" name="Shape 14"/>
          <p:cNvSpPr/>
          <p:nvPr/>
        </p:nvSpPr>
        <p:spPr>
          <a:xfrm>
            <a:off x="4208069" y="1344168"/>
            <a:ext cx="475488" cy="475488"/>
          </a:xfrm>
          <a:prstGeom prst="ellipse">
            <a:avLst/>
          </a:prstGeom>
          <a:solidFill>
            <a:srgbClr val="0B7285"/>
          </a:solidFill>
          <a:ln/>
        </p:spPr>
      </p:sp>
      <p:pic>
        <p:nvPicPr>
          <p:cNvPr id="20" name="Image 3" descr="/home/claude/ameerpet/icons/platform.png"/>
          <p:cNvPicPr>
            <a:picLocks noChangeAspect="1"/>
          </p:cNvPicPr>
          <p:nvPr/>
        </p:nvPicPr>
        <p:blipFill>
          <a:blip r:embed="rId5"/>
          <a:stretch>
            <a:fillRect/>
          </a:stretch>
        </p:blipFill>
        <p:spPr>
          <a:xfrm>
            <a:off x="4269882" y="1405981"/>
            <a:ext cx="351861" cy="351861"/>
          </a:xfrm>
          <a:prstGeom prst="rect">
            <a:avLst/>
          </a:prstGeom>
        </p:spPr>
      </p:pic>
      <p:sp>
        <p:nvSpPr>
          <p:cNvPr id="21" name="Text 15"/>
          <p:cNvSpPr/>
          <p:nvPr/>
        </p:nvSpPr>
        <p:spPr>
          <a:xfrm>
            <a:off x="3741725" y="1280160"/>
            <a:ext cx="274320" cy="228600"/>
          </a:xfrm>
          <a:prstGeom prst="rect">
            <a:avLst/>
          </a:prstGeom>
          <a:noFill/>
          <a:ln/>
        </p:spPr>
        <p:txBody>
          <a:bodyPr wrap="square" lIns="0" tIns="0" rIns="0" bIns="0" rtlCol="0" anchor="ctr"/>
          <a:lstStyle/>
          <a:p>
            <a:pPr marL="0" indent="0">
              <a:buNone/>
            </a:pPr>
            <a:r>
              <a:rPr lang="en-US" sz="900" b="1" dirty="0">
                <a:solidFill>
                  <a:srgbClr val="868E96"/>
                </a:solidFill>
                <a:latin typeface="Calibri" pitchFamily="34" charset="0"/>
                <a:ea typeface="Calibri" pitchFamily="34" charset="-122"/>
                <a:cs typeface="Calibri" pitchFamily="34" charset="-120"/>
              </a:rPr>
              <a:t>3</a:t>
            </a:r>
            <a:endParaRPr lang="en-US" sz="900" dirty="0"/>
          </a:p>
        </p:txBody>
      </p:sp>
      <p:sp>
        <p:nvSpPr>
          <p:cNvPr id="22" name="Text 16"/>
          <p:cNvSpPr/>
          <p:nvPr/>
        </p:nvSpPr>
        <p:spPr>
          <a:xfrm>
            <a:off x="3741725" y="1865376"/>
            <a:ext cx="1408176" cy="384048"/>
          </a:xfrm>
          <a:prstGeom prst="rect">
            <a:avLst/>
          </a:prstGeom>
          <a:noFill/>
          <a:ln/>
        </p:spPr>
        <p:txBody>
          <a:bodyPr wrap="square" lIns="0" tIns="0" rIns="0" bIns="0" rtlCol="0" anchor="ctr"/>
          <a:lstStyle/>
          <a:p>
            <a:pPr marL="0" indent="0" algn="ctr">
              <a:lnSpc>
                <a:spcPct val="100000"/>
              </a:lnSpc>
              <a:buNone/>
            </a:pPr>
            <a:r>
              <a:rPr lang="en-US" sz="950" b="1" dirty="0">
                <a:solidFill>
                  <a:srgbClr val="1E2761"/>
                </a:solidFill>
                <a:latin typeface="Calibri" pitchFamily="34" charset="0"/>
                <a:ea typeface="Calibri" pitchFamily="34" charset="-122"/>
                <a:cs typeface="Calibri" pitchFamily="34" charset="-120"/>
              </a:rPr>
              <a:t>REACH PLATFORM</a:t>
            </a:r>
            <a:endParaRPr lang="en-US" sz="950" dirty="0"/>
          </a:p>
        </p:txBody>
      </p:sp>
      <p:sp>
        <p:nvSpPr>
          <p:cNvPr id="23" name="Text 17"/>
          <p:cNvSpPr/>
          <p:nvPr/>
        </p:nvSpPr>
        <p:spPr>
          <a:xfrm>
            <a:off x="3760013" y="2258568"/>
            <a:ext cx="1371600" cy="594360"/>
          </a:xfrm>
          <a:prstGeom prst="rect">
            <a:avLst/>
          </a:prstGeom>
          <a:noFill/>
          <a:ln/>
        </p:spPr>
        <p:txBody>
          <a:bodyPr wrap="square" lIns="0" tIns="0" rIns="0" bIns="0" rtlCol="0" anchor="t"/>
          <a:lstStyle/>
          <a:p>
            <a:pPr marL="0" indent="0" algn="ctr">
              <a:lnSpc>
                <a:spcPct val="105000"/>
              </a:lnSpc>
              <a:buNone/>
            </a:pPr>
            <a:r>
              <a:rPr lang="en-US" sz="1200" dirty="0">
                <a:solidFill>
                  <a:srgbClr val="495057"/>
                </a:solidFill>
                <a:latin typeface="Calibri" pitchFamily="34" charset="0"/>
                <a:ea typeface="Calibri" pitchFamily="34" charset="-122"/>
                <a:cs typeface="Calibri" pitchFamily="34" charset="-120"/>
              </a:rPr>
              <a:t>Follows signs/arrows through the crowd</a:t>
            </a:r>
            <a:r>
              <a:rPr lang="en-US" sz="800" dirty="0">
                <a:solidFill>
                  <a:srgbClr val="495057"/>
                </a:solidFill>
                <a:latin typeface="Calibri" pitchFamily="34" charset="0"/>
                <a:ea typeface="Calibri" pitchFamily="34" charset="-122"/>
                <a:cs typeface="Calibri" pitchFamily="34" charset="-120"/>
              </a:rPr>
              <a:t>.</a:t>
            </a:r>
            <a:endParaRPr lang="en-US" sz="800" dirty="0"/>
          </a:p>
        </p:txBody>
      </p:sp>
      <p:sp>
        <p:nvSpPr>
          <p:cNvPr id="24" name="Shape 18"/>
          <p:cNvSpPr/>
          <p:nvPr/>
        </p:nvSpPr>
        <p:spPr>
          <a:xfrm>
            <a:off x="5301691" y="1207008"/>
            <a:ext cx="1517904" cy="1691640"/>
          </a:xfrm>
          <a:prstGeom prst="roundRect">
            <a:avLst>
              <a:gd name="adj" fmla="val 4819"/>
            </a:avLst>
          </a:prstGeom>
          <a:solidFill>
            <a:srgbClr val="FDEEE6"/>
          </a:solidFill>
          <a:ln w="19050">
            <a:solidFill>
              <a:srgbClr val="E8590C"/>
            </a:solidFill>
            <a:prstDash val="solid"/>
          </a:ln>
          <a:effectLst>
            <a:outerShdw blurRad="76200" dist="25400" dir="5400000" algn="bl" rotWithShape="0">
              <a:srgbClr val="8A99A8">
                <a:alpha val="22000"/>
              </a:srgbClr>
            </a:outerShdw>
          </a:effectLst>
        </p:spPr>
      </p:sp>
      <p:sp>
        <p:nvSpPr>
          <p:cNvPr id="25" name="Shape 19"/>
          <p:cNvSpPr/>
          <p:nvPr/>
        </p:nvSpPr>
        <p:spPr>
          <a:xfrm>
            <a:off x="5822899" y="1344168"/>
            <a:ext cx="475488" cy="475488"/>
          </a:xfrm>
          <a:prstGeom prst="ellipse">
            <a:avLst/>
          </a:prstGeom>
          <a:solidFill>
            <a:srgbClr val="E8590C"/>
          </a:solidFill>
          <a:ln/>
        </p:spPr>
      </p:sp>
      <p:pic>
        <p:nvPicPr>
          <p:cNvPr id="26" name="Image 4" descr="/home/claude/ameerpet/icons/swap.png"/>
          <p:cNvPicPr>
            <a:picLocks noChangeAspect="1"/>
          </p:cNvPicPr>
          <p:nvPr/>
        </p:nvPicPr>
        <p:blipFill>
          <a:blip r:embed="rId6"/>
          <a:stretch>
            <a:fillRect/>
          </a:stretch>
        </p:blipFill>
        <p:spPr>
          <a:xfrm>
            <a:off x="5884713" y="1405981"/>
            <a:ext cx="351861" cy="351861"/>
          </a:xfrm>
          <a:prstGeom prst="rect">
            <a:avLst/>
          </a:prstGeom>
        </p:spPr>
      </p:pic>
      <p:sp>
        <p:nvSpPr>
          <p:cNvPr id="27" name="Text 20"/>
          <p:cNvSpPr/>
          <p:nvPr/>
        </p:nvSpPr>
        <p:spPr>
          <a:xfrm>
            <a:off x="5356555" y="1280160"/>
            <a:ext cx="274320" cy="228600"/>
          </a:xfrm>
          <a:prstGeom prst="rect">
            <a:avLst/>
          </a:prstGeom>
          <a:noFill/>
          <a:ln/>
        </p:spPr>
        <p:txBody>
          <a:bodyPr wrap="square" lIns="0" tIns="0" rIns="0" bIns="0" rtlCol="0" anchor="ctr"/>
          <a:lstStyle/>
          <a:p>
            <a:pPr marL="0" indent="0">
              <a:buNone/>
            </a:pPr>
            <a:r>
              <a:rPr lang="en-US" sz="900" b="1" dirty="0">
                <a:solidFill>
                  <a:srgbClr val="868E96"/>
                </a:solidFill>
                <a:latin typeface="Calibri" pitchFamily="34" charset="0"/>
                <a:ea typeface="Calibri" pitchFamily="34" charset="-122"/>
                <a:cs typeface="Calibri" pitchFamily="34" charset="-120"/>
              </a:rPr>
              <a:t>4</a:t>
            </a:r>
            <a:endParaRPr lang="en-US" sz="900" dirty="0"/>
          </a:p>
        </p:txBody>
      </p:sp>
      <p:sp>
        <p:nvSpPr>
          <p:cNvPr id="28" name="Text 21"/>
          <p:cNvSpPr/>
          <p:nvPr/>
        </p:nvSpPr>
        <p:spPr>
          <a:xfrm>
            <a:off x="5356555" y="1865376"/>
            <a:ext cx="1408176" cy="384048"/>
          </a:xfrm>
          <a:prstGeom prst="rect">
            <a:avLst/>
          </a:prstGeom>
          <a:noFill/>
          <a:ln/>
        </p:spPr>
        <p:txBody>
          <a:bodyPr wrap="square" lIns="0" tIns="0" rIns="0" bIns="0" rtlCol="0" anchor="ctr"/>
          <a:lstStyle/>
          <a:p>
            <a:pPr marL="0" indent="0" algn="ctr">
              <a:lnSpc>
                <a:spcPct val="100000"/>
              </a:lnSpc>
              <a:buNone/>
            </a:pPr>
            <a:r>
              <a:rPr lang="en-US" sz="950" b="1" dirty="0">
                <a:solidFill>
                  <a:srgbClr val="E8590C"/>
                </a:solidFill>
                <a:latin typeface="Calibri" pitchFamily="34" charset="0"/>
                <a:ea typeface="Calibri" pitchFamily="34" charset="-122"/>
                <a:cs typeface="Calibri" pitchFamily="34" charset="-120"/>
              </a:rPr>
              <a:t>INTERCHANGE</a:t>
            </a:r>
            <a:endParaRPr lang="en-US" sz="950" dirty="0"/>
          </a:p>
        </p:txBody>
      </p:sp>
      <p:sp>
        <p:nvSpPr>
          <p:cNvPr id="29" name="Text 22"/>
          <p:cNvSpPr/>
          <p:nvPr/>
        </p:nvSpPr>
        <p:spPr>
          <a:xfrm>
            <a:off x="5374843" y="2258568"/>
            <a:ext cx="1371600" cy="594360"/>
          </a:xfrm>
          <a:prstGeom prst="rect">
            <a:avLst/>
          </a:prstGeom>
          <a:noFill/>
          <a:ln/>
        </p:spPr>
        <p:txBody>
          <a:bodyPr wrap="square" lIns="0" tIns="0" rIns="0" bIns="0" rtlCol="0" anchor="t"/>
          <a:lstStyle/>
          <a:p>
            <a:pPr marL="0" indent="0" algn="ctr">
              <a:lnSpc>
                <a:spcPct val="105000"/>
              </a:lnSpc>
              <a:buNone/>
            </a:pPr>
            <a:r>
              <a:rPr lang="en-US" sz="1200" dirty="0">
                <a:solidFill>
                  <a:srgbClr val="495057"/>
                </a:solidFill>
                <a:latin typeface="Calibri" pitchFamily="34" charset="0"/>
                <a:ea typeface="Calibri" pitchFamily="34" charset="-122"/>
                <a:cs typeface="Calibri" pitchFamily="34" charset="-120"/>
              </a:rPr>
              <a:t>Gets off, searches for connecting line.</a:t>
            </a:r>
            <a:endParaRPr lang="en-US" sz="1200" dirty="0"/>
          </a:p>
        </p:txBody>
      </p:sp>
      <p:sp>
        <p:nvSpPr>
          <p:cNvPr id="30" name="Shape 23"/>
          <p:cNvSpPr/>
          <p:nvPr/>
        </p:nvSpPr>
        <p:spPr>
          <a:xfrm>
            <a:off x="6916522" y="1207008"/>
            <a:ext cx="1517904" cy="1691640"/>
          </a:xfrm>
          <a:prstGeom prst="roundRect">
            <a:avLst>
              <a:gd name="adj" fmla="val 4819"/>
            </a:avLst>
          </a:prstGeom>
          <a:solidFill>
            <a:srgbClr val="F7FAFB"/>
          </a:solidFill>
          <a:ln w="12700">
            <a:solidFill>
              <a:srgbClr val="DCE4E6"/>
            </a:solidFill>
            <a:prstDash val="solid"/>
          </a:ln>
          <a:effectLst>
            <a:outerShdw blurRad="76200" dist="25400" dir="5400000" algn="bl" rotWithShape="0">
              <a:srgbClr val="8A99A8">
                <a:alpha val="22000"/>
              </a:srgbClr>
            </a:outerShdw>
          </a:effectLst>
        </p:spPr>
      </p:sp>
      <p:sp>
        <p:nvSpPr>
          <p:cNvPr id="31" name="Shape 24"/>
          <p:cNvSpPr/>
          <p:nvPr/>
        </p:nvSpPr>
        <p:spPr>
          <a:xfrm>
            <a:off x="7437730" y="1344168"/>
            <a:ext cx="475488" cy="475488"/>
          </a:xfrm>
          <a:prstGeom prst="ellipse">
            <a:avLst/>
          </a:prstGeom>
          <a:solidFill>
            <a:srgbClr val="0B7285"/>
          </a:solidFill>
          <a:ln/>
        </p:spPr>
      </p:sp>
      <p:pic>
        <p:nvPicPr>
          <p:cNvPr id="32" name="Image 5" descr="/home/claude/ameerpet/icons/confirm.png"/>
          <p:cNvPicPr>
            <a:picLocks noChangeAspect="1"/>
          </p:cNvPicPr>
          <p:nvPr/>
        </p:nvPicPr>
        <p:blipFill>
          <a:blip r:embed="rId7"/>
          <a:stretch>
            <a:fillRect/>
          </a:stretch>
        </p:blipFill>
        <p:spPr>
          <a:xfrm>
            <a:off x="7499543" y="1405981"/>
            <a:ext cx="351861" cy="351861"/>
          </a:xfrm>
          <a:prstGeom prst="rect">
            <a:avLst/>
          </a:prstGeom>
        </p:spPr>
      </p:pic>
      <p:sp>
        <p:nvSpPr>
          <p:cNvPr id="33" name="Text 25"/>
          <p:cNvSpPr/>
          <p:nvPr/>
        </p:nvSpPr>
        <p:spPr>
          <a:xfrm>
            <a:off x="6971386" y="1280160"/>
            <a:ext cx="274320" cy="228600"/>
          </a:xfrm>
          <a:prstGeom prst="rect">
            <a:avLst/>
          </a:prstGeom>
          <a:noFill/>
          <a:ln/>
        </p:spPr>
        <p:txBody>
          <a:bodyPr wrap="square" lIns="0" tIns="0" rIns="0" bIns="0" rtlCol="0" anchor="ctr"/>
          <a:lstStyle/>
          <a:p>
            <a:pPr marL="0" indent="0">
              <a:buNone/>
            </a:pPr>
            <a:r>
              <a:rPr lang="en-US" sz="900" b="1" dirty="0">
                <a:solidFill>
                  <a:srgbClr val="868E96"/>
                </a:solidFill>
                <a:latin typeface="Calibri" pitchFamily="34" charset="0"/>
                <a:ea typeface="Calibri" pitchFamily="34" charset="-122"/>
                <a:cs typeface="Calibri" pitchFamily="34" charset="-120"/>
              </a:rPr>
              <a:t>5</a:t>
            </a:r>
            <a:endParaRPr lang="en-US" sz="900" dirty="0"/>
          </a:p>
        </p:txBody>
      </p:sp>
      <p:sp>
        <p:nvSpPr>
          <p:cNvPr id="34" name="Text 26"/>
          <p:cNvSpPr/>
          <p:nvPr/>
        </p:nvSpPr>
        <p:spPr>
          <a:xfrm>
            <a:off x="6971386" y="1865376"/>
            <a:ext cx="1408176" cy="384048"/>
          </a:xfrm>
          <a:prstGeom prst="rect">
            <a:avLst/>
          </a:prstGeom>
          <a:noFill/>
          <a:ln/>
        </p:spPr>
        <p:txBody>
          <a:bodyPr wrap="square" lIns="0" tIns="0" rIns="0" bIns="0" rtlCol="0" anchor="ctr"/>
          <a:lstStyle/>
          <a:p>
            <a:pPr marL="0" indent="0" algn="ctr">
              <a:lnSpc>
                <a:spcPct val="100000"/>
              </a:lnSpc>
              <a:buNone/>
            </a:pPr>
            <a:r>
              <a:rPr lang="en-US" sz="950" b="1" dirty="0">
                <a:solidFill>
                  <a:srgbClr val="1E2761"/>
                </a:solidFill>
                <a:latin typeface="Calibri" pitchFamily="34" charset="0"/>
                <a:ea typeface="Calibri" pitchFamily="34" charset="-122"/>
                <a:cs typeface="Calibri" pitchFamily="34" charset="-120"/>
              </a:rPr>
              <a:t>CONFIRM PLATFORM</a:t>
            </a:r>
            <a:endParaRPr lang="en-US" sz="950" dirty="0"/>
          </a:p>
        </p:txBody>
      </p:sp>
      <p:sp>
        <p:nvSpPr>
          <p:cNvPr id="35" name="Text 27"/>
          <p:cNvSpPr/>
          <p:nvPr/>
        </p:nvSpPr>
        <p:spPr>
          <a:xfrm>
            <a:off x="6989674" y="2258568"/>
            <a:ext cx="1371600" cy="594360"/>
          </a:xfrm>
          <a:prstGeom prst="rect">
            <a:avLst/>
          </a:prstGeom>
          <a:noFill/>
          <a:ln/>
        </p:spPr>
        <p:txBody>
          <a:bodyPr wrap="square" lIns="0" tIns="0" rIns="0" bIns="0" rtlCol="0" anchor="t"/>
          <a:lstStyle/>
          <a:p>
            <a:pPr marL="0" indent="0" algn="ctr">
              <a:lnSpc>
                <a:spcPct val="105000"/>
              </a:lnSpc>
              <a:buNone/>
            </a:pPr>
            <a:r>
              <a:rPr lang="en-US" sz="1200" dirty="0">
                <a:solidFill>
                  <a:srgbClr val="495057"/>
                </a:solidFill>
                <a:latin typeface="Calibri" pitchFamily="34" charset="0"/>
                <a:ea typeface="Calibri" pitchFamily="34" charset="-122"/>
                <a:cs typeface="Calibri" pitchFamily="34" charset="-120"/>
              </a:rPr>
              <a:t>Checks platform number &amp; train direction</a:t>
            </a:r>
            <a:r>
              <a:rPr lang="en-US" sz="800" dirty="0">
                <a:solidFill>
                  <a:srgbClr val="495057"/>
                </a:solidFill>
                <a:latin typeface="Calibri" pitchFamily="34" charset="0"/>
                <a:ea typeface="Calibri" pitchFamily="34" charset="-122"/>
                <a:cs typeface="Calibri" pitchFamily="34" charset="-120"/>
              </a:rPr>
              <a:t>.</a:t>
            </a:r>
            <a:endParaRPr lang="en-US" sz="800" dirty="0"/>
          </a:p>
        </p:txBody>
      </p:sp>
      <p:sp>
        <p:nvSpPr>
          <p:cNvPr id="36" name="Shape 28"/>
          <p:cNvSpPr/>
          <p:nvPr/>
        </p:nvSpPr>
        <p:spPr>
          <a:xfrm>
            <a:off x="8531352" y="1207008"/>
            <a:ext cx="1517904" cy="1691640"/>
          </a:xfrm>
          <a:prstGeom prst="roundRect">
            <a:avLst>
              <a:gd name="adj" fmla="val 4819"/>
            </a:avLst>
          </a:prstGeom>
          <a:solidFill>
            <a:srgbClr val="F7FAFB"/>
          </a:solidFill>
          <a:ln w="12700">
            <a:solidFill>
              <a:srgbClr val="DCE4E6"/>
            </a:solidFill>
            <a:prstDash val="solid"/>
          </a:ln>
          <a:effectLst>
            <a:outerShdw blurRad="76200" dist="25400" dir="5400000" algn="bl" rotWithShape="0">
              <a:srgbClr val="8A99A8">
                <a:alpha val="22000"/>
              </a:srgbClr>
            </a:outerShdw>
          </a:effectLst>
        </p:spPr>
      </p:sp>
      <p:sp>
        <p:nvSpPr>
          <p:cNvPr id="37" name="Shape 29"/>
          <p:cNvSpPr/>
          <p:nvPr/>
        </p:nvSpPr>
        <p:spPr>
          <a:xfrm>
            <a:off x="9052560" y="1344168"/>
            <a:ext cx="475488" cy="475488"/>
          </a:xfrm>
          <a:prstGeom prst="ellipse">
            <a:avLst/>
          </a:prstGeom>
          <a:solidFill>
            <a:srgbClr val="0B7285"/>
          </a:solidFill>
          <a:ln/>
        </p:spPr>
      </p:sp>
      <p:pic>
        <p:nvPicPr>
          <p:cNvPr id="38" name="Image 6" descr="/home/claude/ameerpet/icons/board.png"/>
          <p:cNvPicPr>
            <a:picLocks noChangeAspect="1"/>
          </p:cNvPicPr>
          <p:nvPr/>
        </p:nvPicPr>
        <p:blipFill>
          <a:blip r:embed="rId8"/>
          <a:stretch>
            <a:fillRect/>
          </a:stretch>
        </p:blipFill>
        <p:spPr>
          <a:xfrm>
            <a:off x="9114373" y="1405981"/>
            <a:ext cx="351861" cy="351861"/>
          </a:xfrm>
          <a:prstGeom prst="rect">
            <a:avLst/>
          </a:prstGeom>
        </p:spPr>
      </p:pic>
      <p:sp>
        <p:nvSpPr>
          <p:cNvPr id="39" name="Text 30"/>
          <p:cNvSpPr/>
          <p:nvPr/>
        </p:nvSpPr>
        <p:spPr>
          <a:xfrm>
            <a:off x="8586216" y="1280160"/>
            <a:ext cx="274320" cy="228600"/>
          </a:xfrm>
          <a:prstGeom prst="rect">
            <a:avLst/>
          </a:prstGeom>
          <a:noFill/>
          <a:ln/>
        </p:spPr>
        <p:txBody>
          <a:bodyPr wrap="square" lIns="0" tIns="0" rIns="0" bIns="0" rtlCol="0" anchor="ctr"/>
          <a:lstStyle/>
          <a:p>
            <a:pPr marL="0" indent="0">
              <a:buNone/>
            </a:pPr>
            <a:r>
              <a:rPr lang="en-US" sz="900" b="1" dirty="0">
                <a:solidFill>
                  <a:srgbClr val="868E96"/>
                </a:solidFill>
                <a:latin typeface="Calibri" pitchFamily="34" charset="0"/>
                <a:ea typeface="Calibri" pitchFamily="34" charset="-122"/>
                <a:cs typeface="Calibri" pitchFamily="34" charset="-120"/>
              </a:rPr>
              <a:t>6</a:t>
            </a:r>
            <a:endParaRPr lang="en-US" sz="900" dirty="0"/>
          </a:p>
        </p:txBody>
      </p:sp>
      <p:sp>
        <p:nvSpPr>
          <p:cNvPr id="40" name="Text 31"/>
          <p:cNvSpPr/>
          <p:nvPr/>
        </p:nvSpPr>
        <p:spPr>
          <a:xfrm>
            <a:off x="8586216" y="1865376"/>
            <a:ext cx="1408176" cy="384048"/>
          </a:xfrm>
          <a:prstGeom prst="rect">
            <a:avLst/>
          </a:prstGeom>
          <a:noFill/>
          <a:ln/>
        </p:spPr>
        <p:txBody>
          <a:bodyPr wrap="square" lIns="0" tIns="0" rIns="0" bIns="0" rtlCol="0" anchor="ctr"/>
          <a:lstStyle/>
          <a:p>
            <a:pPr marL="0" indent="0" algn="ctr">
              <a:lnSpc>
                <a:spcPct val="100000"/>
              </a:lnSpc>
              <a:buNone/>
            </a:pPr>
            <a:r>
              <a:rPr lang="en-US" sz="950" b="1" dirty="0">
                <a:solidFill>
                  <a:srgbClr val="1E2761"/>
                </a:solidFill>
                <a:latin typeface="Calibri" pitchFamily="34" charset="0"/>
                <a:ea typeface="Calibri" pitchFamily="34" charset="-122"/>
                <a:cs typeface="Calibri" pitchFamily="34" charset="-120"/>
              </a:rPr>
              <a:t>BOARD TRAIN</a:t>
            </a:r>
            <a:endParaRPr lang="en-US" sz="950" dirty="0"/>
          </a:p>
        </p:txBody>
      </p:sp>
      <p:sp>
        <p:nvSpPr>
          <p:cNvPr id="41" name="Text 32"/>
          <p:cNvSpPr/>
          <p:nvPr/>
        </p:nvSpPr>
        <p:spPr>
          <a:xfrm>
            <a:off x="8604504" y="2258568"/>
            <a:ext cx="1371600" cy="594360"/>
          </a:xfrm>
          <a:prstGeom prst="rect">
            <a:avLst/>
          </a:prstGeom>
          <a:noFill/>
          <a:ln/>
        </p:spPr>
        <p:txBody>
          <a:bodyPr wrap="square" lIns="0" tIns="0" rIns="0" bIns="0" rtlCol="0" anchor="t"/>
          <a:lstStyle/>
          <a:p>
            <a:pPr marL="0" indent="0" algn="ctr">
              <a:lnSpc>
                <a:spcPct val="105000"/>
              </a:lnSpc>
              <a:buNone/>
            </a:pPr>
            <a:r>
              <a:rPr lang="en-US" sz="1200" dirty="0">
                <a:solidFill>
                  <a:srgbClr val="495057"/>
                </a:solidFill>
                <a:latin typeface="Calibri" pitchFamily="34" charset="0"/>
                <a:ea typeface="Calibri" pitchFamily="34" charset="-122"/>
                <a:cs typeface="Calibri" pitchFamily="34" charset="-120"/>
              </a:rPr>
              <a:t>Boards after confirming destination</a:t>
            </a:r>
            <a:r>
              <a:rPr lang="en-US" sz="800" dirty="0">
                <a:solidFill>
                  <a:srgbClr val="495057"/>
                </a:solidFill>
                <a:latin typeface="Calibri" pitchFamily="34" charset="0"/>
                <a:ea typeface="Calibri" pitchFamily="34" charset="-122"/>
                <a:cs typeface="Calibri" pitchFamily="34" charset="-120"/>
              </a:rPr>
              <a:t>.</a:t>
            </a:r>
            <a:endParaRPr lang="en-US" sz="800" dirty="0"/>
          </a:p>
        </p:txBody>
      </p:sp>
      <p:sp>
        <p:nvSpPr>
          <p:cNvPr id="42" name="Shape 33"/>
          <p:cNvSpPr/>
          <p:nvPr/>
        </p:nvSpPr>
        <p:spPr>
          <a:xfrm>
            <a:off x="10146182" y="1207008"/>
            <a:ext cx="1517904" cy="1691640"/>
          </a:xfrm>
          <a:prstGeom prst="roundRect">
            <a:avLst>
              <a:gd name="adj" fmla="val 4819"/>
            </a:avLst>
          </a:prstGeom>
          <a:solidFill>
            <a:srgbClr val="F7FAFB"/>
          </a:solidFill>
          <a:ln w="12700">
            <a:solidFill>
              <a:srgbClr val="DCE4E6"/>
            </a:solidFill>
            <a:prstDash val="solid"/>
          </a:ln>
          <a:effectLst>
            <a:outerShdw blurRad="76200" dist="25400" dir="5400000" algn="bl" rotWithShape="0">
              <a:srgbClr val="8A99A8">
                <a:alpha val="22000"/>
              </a:srgbClr>
            </a:outerShdw>
          </a:effectLst>
        </p:spPr>
      </p:sp>
      <p:sp>
        <p:nvSpPr>
          <p:cNvPr id="43" name="Shape 34"/>
          <p:cNvSpPr/>
          <p:nvPr/>
        </p:nvSpPr>
        <p:spPr>
          <a:xfrm>
            <a:off x="10667390" y="1344168"/>
            <a:ext cx="475488" cy="475488"/>
          </a:xfrm>
          <a:prstGeom prst="ellipse">
            <a:avLst/>
          </a:prstGeom>
          <a:solidFill>
            <a:srgbClr val="0B7285"/>
          </a:solidFill>
          <a:ln/>
        </p:spPr>
      </p:sp>
      <p:pic>
        <p:nvPicPr>
          <p:cNvPr id="44" name="Image 7" descr="/home/claude/ameerpet/icons/exit.png"/>
          <p:cNvPicPr>
            <a:picLocks noChangeAspect="1"/>
          </p:cNvPicPr>
          <p:nvPr/>
        </p:nvPicPr>
        <p:blipFill>
          <a:blip r:embed="rId9"/>
          <a:stretch>
            <a:fillRect/>
          </a:stretch>
        </p:blipFill>
        <p:spPr>
          <a:xfrm>
            <a:off x="10729204" y="1405981"/>
            <a:ext cx="351861" cy="351861"/>
          </a:xfrm>
          <a:prstGeom prst="rect">
            <a:avLst/>
          </a:prstGeom>
        </p:spPr>
      </p:pic>
      <p:sp>
        <p:nvSpPr>
          <p:cNvPr id="45" name="Text 35"/>
          <p:cNvSpPr/>
          <p:nvPr/>
        </p:nvSpPr>
        <p:spPr>
          <a:xfrm>
            <a:off x="10201046" y="1280160"/>
            <a:ext cx="274320" cy="228600"/>
          </a:xfrm>
          <a:prstGeom prst="rect">
            <a:avLst/>
          </a:prstGeom>
          <a:noFill/>
          <a:ln/>
        </p:spPr>
        <p:txBody>
          <a:bodyPr wrap="square" lIns="0" tIns="0" rIns="0" bIns="0" rtlCol="0" anchor="ctr"/>
          <a:lstStyle/>
          <a:p>
            <a:pPr marL="0" indent="0">
              <a:buNone/>
            </a:pPr>
            <a:r>
              <a:rPr lang="en-US" sz="900" b="1" dirty="0">
                <a:solidFill>
                  <a:srgbClr val="868E96"/>
                </a:solidFill>
                <a:latin typeface="Calibri" pitchFamily="34" charset="0"/>
                <a:ea typeface="Calibri" pitchFamily="34" charset="-122"/>
                <a:cs typeface="Calibri" pitchFamily="34" charset="-120"/>
              </a:rPr>
              <a:t>7</a:t>
            </a:r>
            <a:endParaRPr lang="en-US" sz="900" dirty="0"/>
          </a:p>
        </p:txBody>
      </p:sp>
      <p:sp>
        <p:nvSpPr>
          <p:cNvPr id="46" name="Text 36"/>
          <p:cNvSpPr/>
          <p:nvPr/>
        </p:nvSpPr>
        <p:spPr>
          <a:xfrm>
            <a:off x="10201046" y="1865376"/>
            <a:ext cx="1408176" cy="384048"/>
          </a:xfrm>
          <a:prstGeom prst="rect">
            <a:avLst/>
          </a:prstGeom>
          <a:noFill/>
          <a:ln/>
        </p:spPr>
        <p:txBody>
          <a:bodyPr wrap="square" lIns="0" tIns="0" rIns="0" bIns="0" rtlCol="0" anchor="ctr"/>
          <a:lstStyle/>
          <a:p>
            <a:pPr marL="0" indent="0" algn="ctr">
              <a:lnSpc>
                <a:spcPct val="100000"/>
              </a:lnSpc>
              <a:buNone/>
            </a:pPr>
            <a:r>
              <a:rPr lang="en-US" sz="950" b="1" dirty="0">
                <a:solidFill>
                  <a:srgbClr val="1E2761"/>
                </a:solidFill>
                <a:latin typeface="Calibri" pitchFamily="34" charset="0"/>
                <a:ea typeface="Calibri" pitchFamily="34" charset="-122"/>
                <a:cs typeface="Calibri" pitchFamily="34" charset="-120"/>
              </a:rPr>
              <a:t>EXIT / DESTINATION</a:t>
            </a:r>
            <a:endParaRPr lang="en-US" sz="950" dirty="0"/>
          </a:p>
        </p:txBody>
      </p:sp>
      <p:sp>
        <p:nvSpPr>
          <p:cNvPr id="47" name="Text 37"/>
          <p:cNvSpPr/>
          <p:nvPr/>
        </p:nvSpPr>
        <p:spPr>
          <a:xfrm>
            <a:off x="10219334" y="2258568"/>
            <a:ext cx="1371600" cy="594360"/>
          </a:xfrm>
          <a:prstGeom prst="rect">
            <a:avLst/>
          </a:prstGeom>
          <a:noFill/>
          <a:ln/>
        </p:spPr>
        <p:txBody>
          <a:bodyPr wrap="square" lIns="0" tIns="0" rIns="0" bIns="0" rtlCol="0" anchor="t"/>
          <a:lstStyle/>
          <a:p>
            <a:pPr marL="0" indent="0" algn="ctr">
              <a:lnSpc>
                <a:spcPct val="105000"/>
              </a:lnSpc>
              <a:buNone/>
            </a:pPr>
            <a:r>
              <a:rPr lang="en-US" sz="1200" dirty="0">
                <a:solidFill>
                  <a:srgbClr val="495057"/>
                </a:solidFill>
                <a:latin typeface="Calibri" pitchFamily="34" charset="0"/>
                <a:ea typeface="Calibri" pitchFamily="34" charset="-122"/>
                <a:cs typeface="Calibri" pitchFamily="34" charset="-120"/>
              </a:rPr>
              <a:t>Finds the correct exit.</a:t>
            </a:r>
            <a:endParaRPr lang="en-US" sz="1200" dirty="0"/>
          </a:p>
        </p:txBody>
      </p:sp>
      <p:sp>
        <p:nvSpPr>
          <p:cNvPr id="48" name="Text 38"/>
          <p:cNvSpPr/>
          <p:nvPr/>
        </p:nvSpPr>
        <p:spPr>
          <a:xfrm>
            <a:off x="416052" y="2898648"/>
            <a:ext cx="3657600" cy="237744"/>
          </a:xfrm>
          <a:prstGeom prst="rect">
            <a:avLst/>
          </a:prstGeom>
          <a:noFill/>
          <a:ln/>
        </p:spPr>
        <p:txBody>
          <a:bodyPr wrap="square" lIns="0" tIns="0" rIns="0" bIns="0" rtlCol="0" anchor="ctr"/>
          <a:lstStyle/>
          <a:p>
            <a:pPr marL="0" indent="0">
              <a:buNone/>
            </a:pPr>
            <a:r>
              <a:rPr lang="en-US" sz="1100" b="1" kern="0" spc="100" dirty="0">
                <a:latin typeface="Calibri" pitchFamily="34" charset="0"/>
                <a:ea typeface="Calibri" pitchFamily="34" charset="-122"/>
                <a:cs typeface="Calibri" pitchFamily="34" charset="-120"/>
              </a:rPr>
              <a:t>EMOTIONAL JOURNEY</a:t>
            </a:r>
            <a:endParaRPr lang="en-US" sz="1100" dirty="0"/>
          </a:p>
        </p:txBody>
      </p:sp>
      <p:sp>
        <p:nvSpPr>
          <p:cNvPr id="49" name="Shape 39"/>
          <p:cNvSpPr/>
          <p:nvPr/>
        </p:nvSpPr>
        <p:spPr>
          <a:xfrm>
            <a:off x="457200" y="3127248"/>
            <a:ext cx="1371600" cy="365760"/>
          </a:xfrm>
          <a:prstGeom prst="roundRect">
            <a:avLst>
              <a:gd name="adj" fmla="val 50000"/>
            </a:avLst>
          </a:prstGeom>
          <a:solidFill>
            <a:srgbClr val="E8590C"/>
          </a:solidFill>
          <a:ln/>
        </p:spPr>
      </p:sp>
      <p:sp>
        <p:nvSpPr>
          <p:cNvPr id="50" name="Text 40"/>
          <p:cNvSpPr/>
          <p:nvPr/>
        </p:nvSpPr>
        <p:spPr>
          <a:xfrm>
            <a:off x="484632" y="3127248"/>
            <a:ext cx="1316736"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Uncertain</a:t>
            </a:r>
            <a:endParaRPr lang="en-US" sz="1400" dirty="0"/>
          </a:p>
        </p:txBody>
      </p:sp>
      <p:sp>
        <p:nvSpPr>
          <p:cNvPr id="51" name="Shape 41"/>
          <p:cNvSpPr/>
          <p:nvPr/>
        </p:nvSpPr>
        <p:spPr>
          <a:xfrm>
            <a:off x="1837944" y="3255264"/>
            <a:ext cx="91440" cy="45720"/>
          </a:xfrm>
          <a:prstGeom prst="rightArrow">
            <a:avLst/>
          </a:prstGeom>
          <a:solidFill>
            <a:srgbClr val="868E96"/>
          </a:solidFill>
          <a:ln/>
        </p:spPr>
      </p:sp>
      <p:sp>
        <p:nvSpPr>
          <p:cNvPr id="52" name="Shape 42"/>
          <p:cNvSpPr/>
          <p:nvPr/>
        </p:nvSpPr>
        <p:spPr>
          <a:xfrm>
            <a:off x="1938528" y="3127248"/>
            <a:ext cx="1371600" cy="365760"/>
          </a:xfrm>
          <a:prstGeom prst="roundRect">
            <a:avLst>
              <a:gd name="adj" fmla="val 50000"/>
            </a:avLst>
          </a:prstGeom>
          <a:solidFill>
            <a:srgbClr val="E8590C"/>
          </a:solidFill>
          <a:ln/>
        </p:spPr>
      </p:sp>
      <p:sp>
        <p:nvSpPr>
          <p:cNvPr id="53" name="Text 43"/>
          <p:cNvSpPr/>
          <p:nvPr/>
        </p:nvSpPr>
        <p:spPr>
          <a:xfrm>
            <a:off x="1965960" y="3127248"/>
            <a:ext cx="1316736"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Confused</a:t>
            </a:r>
            <a:endParaRPr lang="en-US" sz="1400" dirty="0"/>
          </a:p>
        </p:txBody>
      </p:sp>
      <p:sp>
        <p:nvSpPr>
          <p:cNvPr id="54" name="Shape 44"/>
          <p:cNvSpPr/>
          <p:nvPr/>
        </p:nvSpPr>
        <p:spPr>
          <a:xfrm>
            <a:off x="3319272" y="3255264"/>
            <a:ext cx="91440" cy="45720"/>
          </a:xfrm>
          <a:prstGeom prst="rightArrow">
            <a:avLst/>
          </a:prstGeom>
          <a:solidFill>
            <a:srgbClr val="868E96"/>
          </a:solidFill>
          <a:ln/>
        </p:spPr>
      </p:sp>
      <p:sp>
        <p:nvSpPr>
          <p:cNvPr id="55" name="Shape 45"/>
          <p:cNvSpPr/>
          <p:nvPr/>
        </p:nvSpPr>
        <p:spPr>
          <a:xfrm>
            <a:off x="3419856" y="3127248"/>
            <a:ext cx="1371600" cy="365760"/>
          </a:xfrm>
          <a:prstGeom prst="roundRect">
            <a:avLst>
              <a:gd name="adj" fmla="val 50000"/>
            </a:avLst>
          </a:prstGeom>
          <a:solidFill>
            <a:srgbClr val="E8590C"/>
          </a:solidFill>
          <a:ln/>
        </p:spPr>
      </p:sp>
      <p:sp>
        <p:nvSpPr>
          <p:cNvPr id="56" name="Text 46"/>
          <p:cNvSpPr/>
          <p:nvPr/>
        </p:nvSpPr>
        <p:spPr>
          <a:xfrm>
            <a:off x="3447288" y="3127248"/>
            <a:ext cx="1316736"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Anxious</a:t>
            </a:r>
            <a:endParaRPr lang="en-US" sz="1400" dirty="0"/>
          </a:p>
        </p:txBody>
      </p:sp>
      <p:sp>
        <p:nvSpPr>
          <p:cNvPr id="57" name="Shape 47"/>
          <p:cNvSpPr/>
          <p:nvPr/>
        </p:nvSpPr>
        <p:spPr>
          <a:xfrm>
            <a:off x="4800600" y="3255264"/>
            <a:ext cx="91440" cy="45720"/>
          </a:xfrm>
          <a:prstGeom prst="rightArrow">
            <a:avLst/>
          </a:prstGeom>
          <a:solidFill>
            <a:srgbClr val="868E96"/>
          </a:solidFill>
          <a:ln/>
        </p:spPr>
      </p:sp>
      <p:sp>
        <p:nvSpPr>
          <p:cNvPr id="58" name="Shape 48"/>
          <p:cNvSpPr/>
          <p:nvPr/>
        </p:nvSpPr>
        <p:spPr>
          <a:xfrm>
            <a:off x="4901184" y="3127248"/>
            <a:ext cx="1371600" cy="365760"/>
          </a:xfrm>
          <a:prstGeom prst="roundRect">
            <a:avLst>
              <a:gd name="adj" fmla="val 50000"/>
            </a:avLst>
          </a:prstGeom>
          <a:solidFill>
            <a:srgbClr val="C92A2A"/>
          </a:solidFill>
          <a:ln/>
        </p:spPr>
      </p:sp>
      <p:sp>
        <p:nvSpPr>
          <p:cNvPr id="59" name="Text 49"/>
          <p:cNvSpPr/>
          <p:nvPr/>
        </p:nvSpPr>
        <p:spPr>
          <a:xfrm>
            <a:off x="4928616" y="3127248"/>
            <a:ext cx="1316736"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Stressed</a:t>
            </a:r>
            <a:endParaRPr lang="en-US" sz="1400" dirty="0"/>
          </a:p>
        </p:txBody>
      </p:sp>
      <p:sp>
        <p:nvSpPr>
          <p:cNvPr id="60" name="Shape 50"/>
          <p:cNvSpPr/>
          <p:nvPr/>
        </p:nvSpPr>
        <p:spPr>
          <a:xfrm>
            <a:off x="6281928" y="3255264"/>
            <a:ext cx="91440" cy="45720"/>
          </a:xfrm>
          <a:prstGeom prst="rightArrow">
            <a:avLst/>
          </a:prstGeom>
          <a:solidFill>
            <a:srgbClr val="868E96"/>
          </a:solidFill>
          <a:ln/>
        </p:spPr>
      </p:sp>
      <p:sp>
        <p:nvSpPr>
          <p:cNvPr id="61" name="Shape 51"/>
          <p:cNvSpPr/>
          <p:nvPr/>
        </p:nvSpPr>
        <p:spPr>
          <a:xfrm>
            <a:off x="6382512" y="3127248"/>
            <a:ext cx="1371600" cy="365760"/>
          </a:xfrm>
          <a:prstGeom prst="roundRect">
            <a:avLst>
              <a:gd name="adj" fmla="val 50000"/>
            </a:avLst>
          </a:prstGeom>
          <a:solidFill>
            <a:srgbClr val="E8590C"/>
          </a:solidFill>
          <a:ln/>
        </p:spPr>
      </p:sp>
      <p:sp>
        <p:nvSpPr>
          <p:cNvPr id="62" name="Text 52"/>
          <p:cNvSpPr/>
          <p:nvPr/>
        </p:nvSpPr>
        <p:spPr>
          <a:xfrm>
            <a:off x="6409944" y="3127248"/>
            <a:ext cx="1316736"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Doubtful</a:t>
            </a:r>
            <a:endParaRPr lang="en-US" sz="1400" dirty="0"/>
          </a:p>
        </p:txBody>
      </p:sp>
      <p:sp>
        <p:nvSpPr>
          <p:cNvPr id="63" name="Shape 53"/>
          <p:cNvSpPr/>
          <p:nvPr/>
        </p:nvSpPr>
        <p:spPr>
          <a:xfrm>
            <a:off x="7763256" y="3255264"/>
            <a:ext cx="91440" cy="45720"/>
          </a:xfrm>
          <a:prstGeom prst="rightArrow">
            <a:avLst/>
          </a:prstGeom>
          <a:solidFill>
            <a:srgbClr val="868E96"/>
          </a:solidFill>
          <a:ln/>
        </p:spPr>
      </p:sp>
      <p:sp>
        <p:nvSpPr>
          <p:cNvPr id="64" name="Shape 54"/>
          <p:cNvSpPr/>
          <p:nvPr/>
        </p:nvSpPr>
        <p:spPr>
          <a:xfrm>
            <a:off x="7863840" y="3127248"/>
            <a:ext cx="1371600" cy="365760"/>
          </a:xfrm>
          <a:prstGeom prst="roundRect">
            <a:avLst>
              <a:gd name="adj" fmla="val 50000"/>
            </a:avLst>
          </a:prstGeom>
          <a:solidFill>
            <a:srgbClr val="0CA678"/>
          </a:solidFill>
          <a:ln/>
        </p:spPr>
      </p:sp>
      <p:sp>
        <p:nvSpPr>
          <p:cNvPr id="65" name="Text 55"/>
          <p:cNvSpPr/>
          <p:nvPr/>
        </p:nvSpPr>
        <p:spPr>
          <a:xfrm>
            <a:off x="7891272" y="3127248"/>
            <a:ext cx="1316736"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Relieved</a:t>
            </a:r>
            <a:endParaRPr lang="en-US" sz="1400" dirty="0"/>
          </a:p>
        </p:txBody>
      </p:sp>
      <p:sp>
        <p:nvSpPr>
          <p:cNvPr id="66" name="Shape 56"/>
          <p:cNvSpPr/>
          <p:nvPr/>
        </p:nvSpPr>
        <p:spPr>
          <a:xfrm>
            <a:off x="9244584" y="3255264"/>
            <a:ext cx="91440" cy="45720"/>
          </a:xfrm>
          <a:prstGeom prst="rightArrow">
            <a:avLst/>
          </a:prstGeom>
          <a:solidFill>
            <a:srgbClr val="868E96"/>
          </a:solidFill>
          <a:ln/>
        </p:spPr>
      </p:sp>
      <p:sp>
        <p:nvSpPr>
          <p:cNvPr id="67" name="Shape 57"/>
          <p:cNvSpPr/>
          <p:nvPr/>
        </p:nvSpPr>
        <p:spPr>
          <a:xfrm>
            <a:off x="9345168" y="3127248"/>
            <a:ext cx="1371600" cy="365760"/>
          </a:xfrm>
          <a:prstGeom prst="roundRect">
            <a:avLst>
              <a:gd name="adj" fmla="val 50000"/>
            </a:avLst>
          </a:prstGeom>
          <a:solidFill>
            <a:srgbClr val="0CA678"/>
          </a:solidFill>
          <a:ln/>
        </p:spPr>
      </p:sp>
      <p:sp>
        <p:nvSpPr>
          <p:cNvPr id="68" name="Text 58"/>
          <p:cNvSpPr/>
          <p:nvPr/>
        </p:nvSpPr>
        <p:spPr>
          <a:xfrm>
            <a:off x="9372600" y="3127248"/>
            <a:ext cx="1316736"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Confident</a:t>
            </a:r>
            <a:endParaRPr lang="en-US" sz="1400" dirty="0"/>
          </a:p>
        </p:txBody>
      </p:sp>
      <p:sp>
        <p:nvSpPr>
          <p:cNvPr id="69" name="Text 59"/>
          <p:cNvSpPr/>
          <p:nvPr/>
        </p:nvSpPr>
        <p:spPr>
          <a:xfrm>
            <a:off x="457200" y="3703320"/>
            <a:ext cx="3657600" cy="237744"/>
          </a:xfrm>
          <a:prstGeom prst="rect">
            <a:avLst/>
          </a:prstGeom>
          <a:noFill/>
          <a:ln/>
        </p:spPr>
        <p:txBody>
          <a:bodyPr wrap="square" lIns="0" tIns="0" rIns="0" bIns="0" rtlCol="0" anchor="ctr"/>
          <a:lstStyle/>
          <a:p>
            <a:pPr marL="0" indent="0">
              <a:buNone/>
            </a:pPr>
            <a:r>
              <a:rPr lang="en-US" sz="1400" b="1" kern="0" spc="100" dirty="0">
                <a:solidFill>
                  <a:srgbClr val="E8590C"/>
                </a:solidFill>
                <a:latin typeface="Calibri" pitchFamily="34" charset="0"/>
                <a:ea typeface="Calibri" pitchFamily="34" charset="-122"/>
                <a:cs typeface="Calibri" pitchFamily="34" charset="-120"/>
              </a:rPr>
              <a:t>PROBLEM FLOW</a:t>
            </a:r>
            <a:endParaRPr lang="en-US" sz="1400" dirty="0"/>
          </a:p>
        </p:txBody>
      </p:sp>
      <p:sp>
        <p:nvSpPr>
          <p:cNvPr id="70" name="Shape 60"/>
          <p:cNvSpPr/>
          <p:nvPr/>
        </p:nvSpPr>
        <p:spPr>
          <a:xfrm>
            <a:off x="457200" y="3977640"/>
            <a:ext cx="1787652" cy="457200"/>
          </a:xfrm>
          <a:prstGeom prst="roundRect">
            <a:avLst>
              <a:gd name="adj" fmla="val 50000"/>
            </a:avLst>
          </a:prstGeom>
          <a:solidFill>
            <a:srgbClr val="FDEEE6"/>
          </a:solidFill>
          <a:ln/>
        </p:spPr>
      </p:sp>
      <p:sp>
        <p:nvSpPr>
          <p:cNvPr id="71" name="Text 61"/>
          <p:cNvSpPr/>
          <p:nvPr/>
        </p:nvSpPr>
        <p:spPr>
          <a:xfrm>
            <a:off x="484632" y="3977640"/>
            <a:ext cx="1732788" cy="457200"/>
          </a:xfrm>
          <a:prstGeom prst="rect">
            <a:avLst/>
          </a:prstGeom>
          <a:noFill/>
          <a:ln/>
        </p:spPr>
        <p:txBody>
          <a:bodyPr wrap="square" lIns="0" tIns="0" rIns="0" bIns="0" rtlCol="0" anchor="ctr"/>
          <a:lstStyle/>
          <a:p>
            <a:pPr marL="0" indent="0" algn="ctr">
              <a:buNone/>
            </a:pPr>
            <a:r>
              <a:rPr lang="en-US" sz="1400" b="1" dirty="0">
                <a:solidFill>
                  <a:srgbClr val="E8590C"/>
                </a:solidFill>
                <a:latin typeface="Calibri" pitchFamily="34" charset="0"/>
                <a:ea typeface="Calibri" pitchFamily="34" charset="-122"/>
                <a:cs typeface="Calibri" pitchFamily="34" charset="-120"/>
              </a:rPr>
              <a:t>Crowd</a:t>
            </a:r>
            <a:endParaRPr lang="en-US" sz="1400" dirty="0"/>
          </a:p>
        </p:txBody>
      </p:sp>
      <p:sp>
        <p:nvSpPr>
          <p:cNvPr id="72" name="Shape 62"/>
          <p:cNvSpPr/>
          <p:nvPr/>
        </p:nvSpPr>
        <p:spPr>
          <a:xfrm>
            <a:off x="2253996" y="4151376"/>
            <a:ext cx="91440" cy="45720"/>
          </a:xfrm>
          <a:prstGeom prst="rightArrow">
            <a:avLst/>
          </a:prstGeom>
          <a:solidFill>
            <a:srgbClr val="868E96"/>
          </a:solidFill>
          <a:ln/>
        </p:spPr>
      </p:sp>
      <p:sp>
        <p:nvSpPr>
          <p:cNvPr id="73" name="Shape 63"/>
          <p:cNvSpPr/>
          <p:nvPr/>
        </p:nvSpPr>
        <p:spPr>
          <a:xfrm>
            <a:off x="2354580" y="3977640"/>
            <a:ext cx="1787652" cy="457200"/>
          </a:xfrm>
          <a:prstGeom prst="roundRect">
            <a:avLst>
              <a:gd name="adj" fmla="val 50000"/>
            </a:avLst>
          </a:prstGeom>
          <a:solidFill>
            <a:srgbClr val="FDEEE6"/>
          </a:solidFill>
          <a:ln/>
        </p:spPr>
      </p:sp>
      <p:sp>
        <p:nvSpPr>
          <p:cNvPr id="74" name="Text 64"/>
          <p:cNvSpPr/>
          <p:nvPr/>
        </p:nvSpPr>
        <p:spPr>
          <a:xfrm>
            <a:off x="2382012" y="3977640"/>
            <a:ext cx="1732788" cy="457200"/>
          </a:xfrm>
          <a:prstGeom prst="rect">
            <a:avLst/>
          </a:prstGeom>
          <a:noFill/>
          <a:ln/>
        </p:spPr>
        <p:txBody>
          <a:bodyPr wrap="square" lIns="0" tIns="0" rIns="0" bIns="0" rtlCol="0" anchor="ctr"/>
          <a:lstStyle/>
          <a:p>
            <a:pPr marL="0" indent="0" algn="ctr">
              <a:buNone/>
            </a:pPr>
            <a:r>
              <a:rPr lang="en-US" sz="1400" b="1" dirty="0">
                <a:solidFill>
                  <a:srgbClr val="E8590C"/>
                </a:solidFill>
                <a:latin typeface="Calibri" pitchFamily="34" charset="0"/>
                <a:ea typeface="Calibri" pitchFamily="34" charset="-122"/>
                <a:cs typeface="Calibri" pitchFamily="34" charset="-120"/>
              </a:rPr>
              <a:t>Information</a:t>
            </a:r>
            <a:endParaRPr lang="en-US" sz="1400" dirty="0"/>
          </a:p>
          <a:p>
            <a:pPr marL="0" indent="0" algn="ctr">
              <a:buNone/>
            </a:pPr>
            <a:r>
              <a:rPr lang="en-US" sz="1400" b="1" dirty="0">
                <a:solidFill>
                  <a:srgbClr val="E8590C"/>
                </a:solidFill>
                <a:latin typeface="Calibri" pitchFamily="34" charset="0"/>
                <a:ea typeface="Calibri" pitchFamily="34" charset="-122"/>
                <a:cs typeface="Calibri" pitchFamily="34" charset="-120"/>
              </a:rPr>
              <a:t>Overload</a:t>
            </a:r>
            <a:endParaRPr lang="en-US" sz="1400" dirty="0"/>
          </a:p>
        </p:txBody>
      </p:sp>
      <p:sp>
        <p:nvSpPr>
          <p:cNvPr id="75" name="Shape 65"/>
          <p:cNvSpPr/>
          <p:nvPr/>
        </p:nvSpPr>
        <p:spPr>
          <a:xfrm>
            <a:off x="4151376" y="4151376"/>
            <a:ext cx="91440" cy="45720"/>
          </a:xfrm>
          <a:prstGeom prst="rightArrow">
            <a:avLst/>
          </a:prstGeom>
          <a:solidFill>
            <a:srgbClr val="868E96"/>
          </a:solidFill>
          <a:ln/>
        </p:spPr>
      </p:sp>
      <p:sp>
        <p:nvSpPr>
          <p:cNvPr id="76" name="Shape 66"/>
          <p:cNvSpPr/>
          <p:nvPr/>
        </p:nvSpPr>
        <p:spPr>
          <a:xfrm>
            <a:off x="4251960" y="3977640"/>
            <a:ext cx="1787652" cy="457200"/>
          </a:xfrm>
          <a:prstGeom prst="roundRect">
            <a:avLst>
              <a:gd name="adj" fmla="val 50000"/>
            </a:avLst>
          </a:prstGeom>
          <a:solidFill>
            <a:srgbClr val="FDEEE6"/>
          </a:solidFill>
          <a:ln/>
        </p:spPr>
      </p:sp>
      <p:sp>
        <p:nvSpPr>
          <p:cNvPr id="77" name="Text 67"/>
          <p:cNvSpPr/>
          <p:nvPr/>
        </p:nvSpPr>
        <p:spPr>
          <a:xfrm>
            <a:off x="4279392" y="3977640"/>
            <a:ext cx="1732788" cy="457200"/>
          </a:xfrm>
          <a:prstGeom prst="rect">
            <a:avLst/>
          </a:prstGeom>
          <a:noFill/>
          <a:ln/>
        </p:spPr>
        <p:txBody>
          <a:bodyPr wrap="square" lIns="0" tIns="0" rIns="0" bIns="0" rtlCol="0" anchor="ctr"/>
          <a:lstStyle/>
          <a:p>
            <a:pPr marL="0" indent="0" algn="ctr">
              <a:buNone/>
            </a:pPr>
            <a:r>
              <a:rPr lang="en-US" sz="1400" b="1" dirty="0">
                <a:solidFill>
                  <a:srgbClr val="E8590C"/>
                </a:solidFill>
                <a:latin typeface="Calibri" pitchFamily="34" charset="0"/>
                <a:ea typeface="Calibri" pitchFamily="34" charset="-122"/>
                <a:cs typeface="Calibri" pitchFamily="34" charset="-120"/>
              </a:rPr>
              <a:t>Wrong Direction</a:t>
            </a:r>
            <a:endParaRPr lang="en-US" sz="1400" dirty="0"/>
          </a:p>
          <a:p>
            <a:pPr marL="0" indent="0" algn="ctr">
              <a:buNone/>
            </a:pPr>
            <a:r>
              <a:rPr lang="en-US" sz="1400" b="1" dirty="0">
                <a:solidFill>
                  <a:srgbClr val="E8590C"/>
                </a:solidFill>
                <a:latin typeface="Calibri" pitchFamily="34" charset="0"/>
                <a:ea typeface="Calibri" pitchFamily="34" charset="-122"/>
                <a:cs typeface="Calibri" pitchFamily="34" charset="-120"/>
              </a:rPr>
              <a:t>Risk</a:t>
            </a:r>
            <a:endParaRPr lang="en-US" sz="1400" dirty="0"/>
          </a:p>
        </p:txBody>
      </p:sp>
      <p:sp>
        <p:nvSpPr>
          <p:cNvPr id="78" name="Shape 68"/>
          <p:cNvSpPr/>
          <p:nvPr/>
        </p:nvSpPr>
        <p:spPr>
          <a:xfrm>
            <a:off x="6048756" y="4151376"/>
            <a:ext cx="91440" cy="45720"/>
          </a:xfrm>
          <a:prstGeom prst="rightArrow">
            <a:avLst/>
          </a:prstGeom>
          <a:solidFill>
            <a:srgbClr val="868E96"/>
          </a:solidFill>
          <a:ln/>
        </p:spPr>
      </p:sp>
      <p:sp>
        <p:nvSpPr>
          <p:cNvPr id="79" name="Shape 69"/>
          <p:cNvSpPr/>
          <p:nvPr/>
        </p:nvSpPr>
        <p:spPr>
          <a:xfrm>
            <a:off x="6149340" y="3977640"/>
            <a:ext cx="1787652" cy="457200"/>
          </a:xfrm>
          <a:prstGeom prst="roundRect">
            <a:avLst>
              <a:gd name="adj" fmla="val 50000"/>
            </a:avLst>
          </a:prstGeom>
          <a:solidFill>
            <a:srgbClr val="FDEEE6"/>
          </a:solidFill>
          <a:ln/>
        </p:spPr>
      </p:sp>
      <p:sp>
        <p:nvSpPr>
          <p:cNvPr id="80" name="Text 70"/>
          <p:cNvSpPr/>
          <p:nvPr/>
        </p:nvSpPr>
        <p:spPr>
          <a:xfrm>
            <a:off x="6176772" y="3977640"/>
            <a:ext cx="1732788" cy="457200"/>
          </a:xfrm>
          <a:prstGeom prst="rect">
            <a:avLst/>
          </a:prstGeom>
          <a:noFill/>
          <a:ln/>
        </p:spPr>
        <p:txBody>
          <a:bodyPr wrap="square" lIns="0" tIns="0" rIns="0" bIns="0" rtlCol="0" anchor="ctr"/>
          <a:lstStyle/>
          <a:p>
            <a:pPr marL="0" indent="0" algn="ctr">
              <a:buNone/>
            </a:pPr>
            <a:r>
              <a:rPr lang="en-US" sz="1400" b="1" dirty="0">
                <a:solidFill>
                  <a:srgbClr val="E8590C"/>
                </a:solidFill>
                <a:latin typeface="Calibri" pitchFamily="34" charset="0"/>
                <a:ea typeface="Calibri" pitchFamily="34" charset="-122"/>
                <a:cs typeface="Calibri" pitchFamily="34" charset="-120"/>
              </a:rPr>
              <a:t>Interchange</a:t>
            </a:r>
            <a:endParaRPr lang="en-US" sz="1400" dirty="0"/>
          </a:p>
          <a:p>
            <a:pPr marL="0" indent="0" algn="ctr">
              <a:buNone/>
            </a:pPr>
            <a:r>
              <a:rPr lang="en-US" sz="1400" b="1" dirty="0">
                <a:solidFill>
                  <a:srgbClr val="E8590C"/>
                </a:solidFill>
                <a:latin typeface="Calibri" pitchFamily="34" charset="0"/>
                <a:ea typeface="Calibri" pitchFamily="34" charset="-122"/>
                <a:cs typeface="Calibri" pitchFamily="34" charset="-120"/>
              </a:rPr>
              <a:t>Confusion</a:t>
            </a:r>
            <a:endParaRPr lang="en-US" sz="1400" dirty="0"/>
          </a:p>
        </p:txBody>
      </p:sp>
      <p:sp>
        <p:nvSpPr>
          <p:cNvPr id="81" name="Shape 71"/>
          <p:cNvSpPr/>
          <p:nvPr/>
        </p:nvSpPr>
        <p:spPr>
          <a:xfrm>
            <a:off x="7946136" y="4151376"/>
            <a:ext cx="91440" cy="45720"/>
          </a:xfrm>
          <a:prstGeom prst="rightArrow">
            <a:avLst/>
          </a:prstGeom>
          <a:solidFill>
            <a:srgbClr val="868E96"/>
          </a:solidFill>
          <a:ln/>
        </p:spPr>
      </p:sp>
      <p:sp>
        <p:nvSpPr>
          <p:cNvPr id="82" name="Shape 72"/>
          <p:cNvSpPr/>
          <p:nvPr/>
        </p:nvSpPr>
        <p:spPr>
          <a:xfrm>
            <a:off x="8046720" y="3977640"/>
            <a:ext cx="1787652" cy="457200"/>
          </a:xfrm>
          <a:prstGeom prst="roundRect">
            <a:avLst>
              <a:gd name="adj" fmla="val 50000"/>
            </a:avLst>
          </a:prstGeom>
          <a:solidFill>
            <a:srgbClr val="FDEEE6"/>
          </a:solidFill>
          <a:ln/>
        </p:spPr>
      </p:sp>
      <p:sp>
        <p:nvSpPr>
          <p:cNvPr id="83" name="Text 73"/>
          <p:cNvSpPr/>
          <p:nvPr/>
        </p:nvSpPr>
        <p:spPr>
          <a:xfrm>
            <a:off x="8074152" y="3977640"/>
            <a:ext cx="1732788" cy="457200"/>
          </a:xfrm>
          <a:prstGeom prst="rect">
            <a:avLst/>
          </a:prstGeom>
          <a:noFill/>
          <a:ln/>
        </p:spPr>
        <p:txBody>
          <a:bodyPr wrap="square" lIns="0" tIns="0" rIns="0" bIns="0" rtlCol="0" anchor="ctr"/>
          <a:lstStyle/>
          <a:p>
            <a:pPr marL="0" indent="0" algn="ctr">
              <a:buNone/>
            </a:pPr>
            <a:r>
              <a:rPr lang="en-US" sz="1400" b="1" dirty="0">
                <a:solidFill>
                  <a:srgbClr val="E8590C"/>
                </a:solidFill>
                <a:latin typeface="Calibri" pitchFamily="34" charset="0"/>
                <a:ea typeface="Calibri" pitchFamily="34" charset="-122"/>
                <a:cs typeface="Calibri" pitchFamily="34" charset="-120"/>
              </a:rPr>
              <a:t>Extra</a:t>
            </a:r>
            <a:endParaRPr lang="en-US" sz="1400" dirty="0"/>
          </a:p>
          <a:p>
            <a:pPr marL="0" indent="0" algn="ctr">
              <a:buNone/>
            </a:pPr>
            <a:r>
              <a:rPr lang="en-US" sz="1400" b="1" dirty="0">
                <a:solidFill>
                  <a:srgbClr val="E8590C"/>
                </a:solidFill>
                <a:latin typeface="Calibri" pitchFamily="34" charset="0"/>
                <a:ea typeface="Calibri" pitchFamily="34" charset="-122"/>
                <a:cs typeface="Calibri" pitchFamily="34" charset="-120"/>
              </a:rPr>
              <a:t>Walking</a:t>
            </a:r>
            <a:endParaRPr lang="en-US" sz="1400" dirty="0"/>
          </a:p>
        </p:txBody>
      </p:sp>
      <p:sp>
        <p:nvSpPr>
          <p:cNvPr id="84" name="Shape 74"/>
          <p:cNvSpPr/>
          <p:nvPr/>
        </p:nvSpPr>
        <p:spPr>
          <a:xfrm>
            <a:off x="9843516" y="4151376"/>
            <a:ext cx="91440" cy="45720"/>
          </a:xfrm>
          <a:prstGeom prst="rightArrow">
            <a:avLst/>
          </a:prstGeom>
          <a:solidFill>
            <a:srgbClr val="868E96"/>
          </a:solidFill>
          <a:ln/>
        </p:spPr>
      </p:sp>
      <p:sp>
        <p:nvSpPr>
          <p:cNvPr id="85" name="Shape 75"/>
          <p:cNvSpPr/>
          <p:nvPr/>
        </p:nvSpPr>
        <p:spPr>
          <a:xfrm>
            <a:off x="9944100" y="3977640"/>
            <a:ext cx="1787652" cy="457200"/>
          </a:xfrm>
          <a:prstGeom prst="roundRect">
            <a:avLst>
              <a:gd name="adj" fmla="val 50000"/>
            </a:avLst>
          </a:prstGeom>
          <a:solidFill>
            <a:srgbClr val="FDEEE6"/>
          </a:solidFill>
          <a:ln/>
        </p:spPr>
      </p:sp>
      <p:sp>
        <p:nvSpPr>
          <p:cNvPr id="86" name="Text 76"/>
          <p:cNvSpPr/>
          <p:nvPr/>
        </p:nvSpPr>
        <p:spPr>
          <a:xfrm>
            <a:off x="9971532" y="3977640"/>
            <a:ext cx="1732788" cy="457200"/>
          </a:xfrm>
          <a:prstGeom prst="rect">
            <a:avLst/>
          </a:prstGeom>
          <a:noFill/>
          <a:ln/>
        </p:spPr>
        <p:txBody>
          <a:bodyPr wrap="square" lIns="0" tIns="0" rIns="0" bIns="0" rtlCol="0" anchor="ctr"/>
          <a:lstStyle/>
          <a:p>
            <a:pPr marL="0" indent="0" algn="ctr">
              <a:buNone/>
            </a:pPr>
            <a:r>
              <a:rPr lang="en-US" sz="1400" b="1" dirty="0">
                <a:solidFill>
                  <a:srgbClr val="E8590C"/>
                </a:solidFill>
                <a:latin typeface="Calibri" pitchFamily="34" charset="0"/>
                <a:ea typeface="Calibri" pitchFamily="34" charset="-122"/>
                <a:cs typeface="Calibri" pitchFamily="34" charset="-120"/>
              </a:rPr>
              <a:t>Stress</a:t>
            </a:r>
            <a:endParaRPr lang="en-US" sz="1400" dirty="0"/>
          </a:p>
        </p:txBody>
      </p:sp>
      <p:sp>
        <p:nvSpPr>
          <p:cNvPr id="87" name="Text 77"/>
          <p:cNvSpPr/>
          <p:nvPr/>
        </p:nvSpPr>
        <p:spPr>
          <a:xfrm>
            <a:off x="457200" y="4617720"/>
            <a:ext cx="3657600" cy="237744"/>
          </a:xfrm>
          <a:prstGeom prst="rect">
            <a:avLst/>
          </a:prstGeom>
          <a:noFill/>
          <a:ln/>
        </p:spPr>
        <p:txBody>
          <a:bodyPr wrap="square" lIns="0" tIns="0" rIns="0" bIns="0" rtlCol="0" anchor="ctr"/>
          <a:lstStyle/>
          <a:p>
            <a:pPr marL="0" indent="0">
              <a:buNone/>
            </a:pPr>
            <a:r>
              <a:rPr lang="en-US" sz="1400" b="1" kern="0" spc="100" dirty="0">
                <a:solidFill>
                  <a:srgbClr val="0CA678"/>
                </a:solidFill>
                <a:latin typeface="Calibri" pitchFamily="34" charset="0"/>
                <a:ea typeface="Calibri" pitchFamily="34" charset="-122"/>
                <a:cs typeface="Calibri" pitchFamily="34" charset="-120"/>
              </a:rPr>
              <a:t>OPPORTUNITY FLOW</a:t>
            </a:r>
            <a:endParaRPr lang="en-US" sz="1400" dirty="0"/>
          </a:p>
        </p:txBody>
      </p:sp>
      <p:sp>
        <p:nvSpPr>
          <p:cNvPr id="88" name="Shape 78"/>
          <p:cNvSpPr/>
          <p:nvPr/>
        </p:nvSpPr>
        <p:spPr>
          <a:xfrm>
            <a:off x="457200" y="4892040"/>
            <a:ext cx="1787652" cy="457200"/>
          </a:xfrm>
          <a:prstGeom prst="roundRect">
            <a:avLst>
              <a:gd name="adj" fmla="val 50000"/>
            </a:avLst>
          </a:prstGeom>
          <a:solidFill>
            <a:srgbClr val="E6F7F1"/>
          </a:solidFill>
          <a:ln/>
        </p:spPr>
      </p:sp>
      <p:sp>
        <p:nvSpPr>
          <p:cNvPr id="89" name="Text 79"/>
          <p:cNvSpPr/>
          <p:nvPr/>
        </p:nvSpPr>
        <p:spPr>
          <a:xfrm>
            <a:off x="484632" y="4892040"/>
            <a:ext cx="1732788" cy="457200"/>
          </a:xfrm>
          <a:prstGeom prst="rect">
            <a:avLst/>
          </a:prstGeom>
          <a:noFill/>
          <a:ln/>
        </p:spPr>
        <p:txBody>
          <a:bodyPr wrap="square" lIns="0" tIns="0" rIns="0" bIns="0" rtlCol="0" anchor="ctr"/>
          <a:lstStyle/>
          <a:p>
            <a:pPr marL="0" indent="0" algn="ctr">
              <a:buNone/>
            </a:pPr>
            <a:r>
              <a:rPr lang="en-US" sz="1400" b="1" dirty="0">
                <a:solidFill>
                  <a:srgbClr val="0CA678"/>
                </a:solidFill>
                <a:latin typeface="Calibri" pitchFamily="34" charset="0"/>
                <a:ea typeface="Calibri" pitchFamily="34" charset="-122"/>
                <a:cs typeface="Calibri" pitchFamily="34" charset="-120"/>
              </a:rPr>
              <a:t>Clear Entry</a:t>
            </a:r>
            <a:endParaRPr lang="en-US" sz="1400" dirty="0"/>
          </a:p>
          <a:p>
            <a:pPr marL="0" indent="0" algn="ctr">
              <a:buNone/>
            </a:pPr>
            <a:r>
              <a:rPr lang="en-US" sz="1400" b="1" dirty="0">
                <a:solidFill>
                  <a:srgbClr val="0CA678"/>
                </a:solidFill>
                <a:latin typeface="Calibri" pitchFamily="34" charset="0"/>
                <a:ea typeface="Calibri" pitchFamily="34" charset="-122"/>
                <a:cs typeface="Calibri" pitchFamily="34" charset="-120"/>
              </a:rPr>
              <a:t>Map</a:t>
            </a:r>
            <a:endParaRPr lang="en-US" sz="1400" dirty="0"/>
          </a:p>
        </p:txBody>
      </p:sp>
      <p:sp>
        <p:nvSpPr>
          <p:cNvPr id="90" name="Shape 80"/>
          <p:cNvSpPr/>
          <p:nvPr/>
        </p:nvSpPr>
        <p:spPr>
          <a:xfrm>
            <a:off x="2253996" y="5065776"/>
            <a:ext cx="91440" cy="45720"/>
          </a:xfrm>
          <a:prstGeom prst="rightArrow">
            <a:avLst/>
          </a:prstGeom>
          <a:solidFill>
            <a:srgbClr val="868E96"/>
          </a:solidFill>
          <a:ln/>
        </p:spPr>
      </p:sp>
      <p:sp>
        <p:nvSpPr>
          <p:cNvPr id="91" name="Shape 81"/>
          <p:cNvSpPr/>
          <p:nvPr/>
        </p:nvSpPr>
        <p:spPr>
          <a:xfrm>
            <a:off x="2354580" y="4892040"/>
            <a:ext cx="1787652" cy="457200"/>
          </a:xfrm>
          <a:prstGeom prst="roundRect">
            <a:avLst>
              <a:gd name="adj" fmla="val 50000"/>
            </a:avLst>
          </a:prstGeom>
          <a:solidFill>
            <a:srgbClr val="E6F7F1"/>
          </a:solidFill>
          <a:ln/>
        </p:spPr>
      </p:sp>
      <p:sp>
        <p:nvSpPr>
          <p:cNvPr id="92" name="Text 82"/>
          <p:cNvSpPr/>
          <p:nvPr/>
        </p:nvSpPr>
        <p:spPr>
          <a:xfrm>
            <a:off x="2382012" y="4892040"/>
            <a:ext cx="1732788" cy="457200"/>
          </a:xfrm>
          <a:prstGeom prst="rect">
            <a:avLst/>
          </a:prstGeom>
          <a:noFill/>
          <a:ln/>
        </p:spPr>
        <p:txBody>
          <a:bodyPr wrap="square" lIns="0" tIns="0" rIns="0" bIns="0" rtlCol="0" anchor="ctr"/>
          <a:lstStyle/>
          <a:p>
            <a:pPr marL="0" indent="0" algn="ctr">
              <a:buNone/>
            </a:pPr>
            <a:r>
              <a:rPr lang="en-US" sz="1400" b="1" dirty="0">
                <a:solidFill>
                  <a:srgbClr val="0CA678"/>
                </a:solidFill>
                <a:latin typeface="Calibri" pitchFamily="34" charset="0"/>
                <a:ea typeface="Calibri" pitchFamily="34" charset="-122"/>
                <a:cs typeface="Calibri" pitchFamily="34" charset="-120"/>
              </a:rPr>
              <a:t>Color-Coded</a:t>
            </a:r>
            <a:endParaRPr lang="en-US" sz="1400" dirty="0"/>
          </a:p>
          <a:p>
            <a:pPr marL="0" indent="0" algn="ctr">
              <a:buNone/>
            </a:pPr>
            <a:r>
              <a:rPr lang="en-US" sz="1400" b="1" dirty="0">
                <a:solidFill>
                  <a:srgbClr val="0CA678"/>
                </a:solidFill>
                <a:latin typeface="Calibri" pitchFamily="34" charset="0"/>
                <a:ea typeface="Calibri" pitchFamily="34" charset="-122"/>
                <a:cs typeface="Calibri" pitchFamily="34" charset="-120"/>
              </a:rPr>
              <a:t>Route</a:t>
            </a:r>
            <a:endParaRPr lang="en-US" sz="1400" dirty="0"/>
          </a:p>
        </p:txBody>
      </p:sp>
      <p:sp>
        <p:nvSpPr>
          <p:cNvPr id="93" name="Shape 83"/>
          <p:cNvSpPr/>
          <p:nvPr/>
        </p:nvSpPr>
        <p:spPr>
          <a:xfrm>
            <a:off x="4151376" y="5065776"/>
            <a:ext cx="91440" cy="45720"/>
          </a:xfrm>
          <a:prstGeom prst="rightArrow">
            <a:avLst/>
          </a:prstGeom>
          <a:solidFill>
            <a:srgbClr val="868E96"/>
          </a:solidFill>
          <a:ln/>
        </p:spPr>
      </p:sp>
      <p:sp>
        <p:nvSpPr>
          <p:cNvPr id="94" name="Shape 84"/>
          <p:cNvSpPr/>
          <p:nvPr/>
        </p:nvSpPr>
        <p:spPr>
          <a:xfrm>
            <a:off x="4251960" y="4892040"/>
            <a:ext cx="1787652" cy="457200"/>
          </a:xfrm>
          <a:prstGeom prst="roundRect">
            <a:avLst>
              <a:gd name="adj" fmla="val 50000"/>
            </a:avLst>
          </a:prstGeom>
          <a:solidFill>
            <a:srgbClr val="E6F7F1"/>
          </a:solidFill>
          <a:ln/>
        </p:spPr>
      </p:sp>
      <p:sp>
        <p:nvSpPr>
          <p:cNvPr id="95" name="Text 85"/>
          <p:cNvSpPr/>
          <p:nvPr/>
        </p:nvSpPr>
        <p:spPr>
          <a:xfrm>
            <a:off x="4279392" y="4892040"/>
            <a:ext cx="1732788" cy="457200"/>
          </a:xfrm>
          <a:prstGeom prst="rect">
            <a:avLst/>
          </a:prstGeom>
          <a:noFill/>
          <a:ln/>
        </p:spPr>
        <p:txBody>
          <a:bodyPr wrap="square" lIns="0" tIns="0" rIns="0" bIns="0" rtlCol="0" anchor="ctr"/>
          <a:lstStyle/>
          <a:p>
            <a:pPr marL="0" indent="0" algn="ctr">
              <a:buNone/>
            </a:pPr>
            <a:r>
              <a:rPr lang="en-US" sz="1400" b="1" dirty="0">
                <a:solidFill>
                  <a:srgbClr val="0CA678"/>
                </a:solidFill>
                <a:latin typeface="Calibri" pitchFamily="34" charset="0"/>
                <a:ea typeface="Calibri" pitchFamily="34" charset="-122"/>
                <a:cs typeface="Calibri" pitchFamily="34" charset="-120"/>
              </a:rPr>
              <a:t>Floor</a:t>
            </a:r>
            <a:endParaRPr lang="en-US" sz="1400" dirty="0"/>
          </a:p>
          <a:p>
            <a:pPr marL="0" indent="0" algn="ctr">
              <a:buNone/>
            </a:pPr>
            <a:r>
              <a:rPr lang="en-US" sz="1400" b="1" dirty="0">
                <a:solidFill>
                  <a:srgbClr val="0CA678"/>
                </a:solidFill>
                <a:latin typeface="Calibri" pitchFamily="34" charset="0"/>
                <a:ea typeface="Calibri" pitchFamily="34" charset="-122"/>
                <a:cs typeface="Calibri" pitchFamily="34" charset="-120"/>
              </a:rPr>
              <a:t>Guidance</a:t>
            </a:r>
            <a:endParaRPr lang="en-US" sz="1400" dirty="0"/>
          </a:p>
        </p:txBody>
      </p:sp>
      <p:sp>
        <p:nvSpPr>
          <p:cNvPr id="96" name="Shape 86"/>
          <p:cNvSpPr/>
          <p:nvPr/>
        </p:nvSpPr>
        <p:spPr>
          <a:xfrm>
            <a:off x="6048756" y="5065776"/>
            <a:ext cx="91440" cy="45720"/>
          </a:xfrm>
          <a:prstGeom prst="rightArrow">
            <a:avLst/>
          </a:prstGeom>
          <a:solidFill>
            <a:srgbClr val="868E96"/>
          </a:solidFill>
          <a:ln/>
        </p:spPr>
      </p:sp>
      <p:sp>
        <p:nvSpPr>
          <p:cNvPr id="97" name="Shape 87"/>
          <p:cNvSpPr/>
          <p:nvPr/>
        </p:nvSpPr>
        <p:spPr>
          <a:xfrm>
            <a:off x="6149340" y="4892040"/>
            <a:ext cx="1787652" cy="457200"/>
          </a:xfrm>
          <a:prstGeom prst="roundRect">
            <a:avLst>
              <a:gd name="adj" fmla="val 50000"/>
            </a:avLst>
          </a:prstGeom>
          <a:solidFill>
            <a:srgbClr val="E6F7F1"/>
          </a:solidFill>
          <a:ln/>
        </p:spPr>
      </p:sp>
      <p:sp>
        <p:nvSpPr>
          <p:cNvPr id="98" name="Text 88"/>
          <p:cNvSpPr/>
          <p:nvPr/>
        </p:nvSpPr>
        <p:spPr>
          <a:xfrm>
            <a:off x="6176772" y="4892040"/>
            <a:ext cx="1732788" cy="457200"/>
          </a:xfrm>
          <a:prstGeom prst="rect">
            <a:avLst/>
          </a:prstGeom>
          <a:noFill/>
          <a:ln/>
        </p:spPr>
        <p:txBody>
          <a:bodyPr wrap="square" lIns="0" tIns="0" rIns="0" bIns="0" rtlCol="0" anchor="ctr"/>
          <a:lstStyle/>
          <a:p>
            <a:pPr marL="0" indent="0" algn="ctr">
              <a:buNone/>
            </a:pPr>
            <a:r>
              <a:rPr lang="en-US" sz="1400" b="1" dirty="0">
                <a:solidFill>
                  <a:srgbClr val="0CA678"/>
                </a:solidFill>
                <a:latin typeface="Calibri" pitchFamily="34" charset="0"/>
                <a:ea typeface="Calibri" pitchFamily="34" charset="-122"/>
                <a:cs typeface="Calibri" pitchFamily="34" charset="-120"/>
              </a:rPr>
              <a:t>Clear Interchange</a:t>
            </a:r>
            <a:endParaRPr lang="en-US" sz="1400" dirty="0"/>
          </a:p>
          <a:p>
            <a:pPr marL="0" indent="0" algn="ctr">
              <a:buNone/>
            </a:pPr>
            <a:r>
              <a:rPr lang="en-US" sz="1400" b="1" dirty="0">
                <a:solidFill>
                  <a:srgbClr val="0CA678"/>
                </a:solidFill>
                <a:latin typeface="Calibri" pitchFamily="34" charset="0"/>
                <a:ea typeface="Calibri" pitchFamily="34" charset="-122"/>
                <a:cs typeface="Calibri" pitchFamily="34" charset="-120"/>
              </a:rPr>
              <a:t>Path</a:t>
            </a:r>
            <a:endParaRPr lang="en-US" sz="1400" dirty="0"/>
          </a:p>
        </p:txBody>
      </p:sp>
      <p:sp>
        <p:nvSpPr>
          <p:cNvPr id="99" name="Shape 89"/>
          <p:cNvSpPr/>
          <p:nvPr/>
        </p:nvSpPr>
        <p:spPr>
          <a:xfrm>
            <a:off x="7946136" y="5065776"/>
            <a:ext cx="91440" cy="45720"/>
          </a:xfrm>
          <a:prstGeom prst="rightArrow">
            <a:avLst/>
          </a:prstGeom>
          <a:solidFill>
            <a:srgbClr val="868E96"/>
          </a:solidFill>
          <a:ln/>
        </p:spPr>
      </p:sp>
      <p:sp>
        <p:nvSpPr>
          <p:cNvPr id="100" name="Shape 90"/>
          <p:cNvSpPr/>
          <p:nvPr/>
        </p:nvSpPr>
        <p:spPr>
          <a:xfrm>
            <a:off x="8046720" y="4892040"/>
            <a:ext cx="1787652" cy="457200"/>
          </a:xfrm>
          <a:prstGeom prst="roundRect">
            <a:avLst>
              <a:gd name="adj" fmla="val 50000"/>
            </a:avLst>
          </a:prstGeom>
          <a:solidFill>
            <a:srgbClr val="E6F7F1"/>
          </a:solidFill>
          <a:ln/>
        </p:spPr>
      </p:sp>
      <p:sp>
        <p:nvSpPr>
          <p:cNvPr id="101" name="Text 91"/>
          <p:cNvSpPr/>
          <p:nvPr/>
        </p:nvSpPr>
        <p:spPr>
          <a:xfrm>
            <a:off x="8074152" y="4892040"/>
            <a:ext cx="1732788" cy="457200"/>
          </a:xfrm>
          <a:prstGeom prst="rect">
            <a:avLst/>
          </a:prstGeom>
          <a:noFill/>
          <a:ln/>
        </p:spPr>
        <p:txBody>
          <a:bodyPr wrap="square" lIns="0" tIns="0" rIns="0" bIns="0" rtlCol="0" anchor="ctr"/>
          <a:lstStyle/>
          <a:p>
            <a:pPr marL="0" indent="0" algn="ctr">
              <a:buNone/>
            </a:pPr>
            <a:r>
              <a:rPr lang="en-US" sz="1400" b="1" dirty="0">
                <a:solidFill>
                  <a:srgbClr val="0CA678"/>
                </a:solidFill>
                <a:latin typeface="Calibri" pitchFamily="34" charset="0"/>
                <a:ea typeface="Calibri" pitchFamily="34" charset="-122"/>
                <a:cs typeface="Calibri" pitchFamily="34" charset="-120"/>
              </a:rPr>
              <a:t>Platform</a:t>
            </a:r>
            <a:endParaRPr lang="en-US" sz="1400" dirty="0"/>
          </a:p>
          <a:p>
            <a:pPr marL="0" indent="0" algn="ctr">
              <a:buNone/>
            </a:pPr>
            <a:r>
              <a:rPr lang="en-US" sz="1400" b="1" dirty="0">
                <a:solidFill>
                  <a:srgbClr val="0CA678"/>
                </a:solidFill>
                <a:latin typeface="Calibri" pitchFamily="34" charset="0"/>
                <a:ea typeface="Calibri" pitchFamily="34" charset="-122"/>
                <a:cs typeface="Calibri" pitchFamily="34" charset="-120"/>
              </a:rPr>
              <a:t>Confirmation</a:t>
            </a:r>
            <a:endParaRPr lang="en-US" sz="1400" dirty="0"/>
          </a:p>
        </p:txBody>
      </p:sp>
      <p:sp>
        <p:nvSpPr>
          <p:cNvPr id="102" name="Shape 92"/>
          <p:cNvSpPr/>
          <p:nvPr/>
        </p:nvSpPr>
        <p:spPr>
          <a:xfrm>
            <a:off x="9843516" y="5065776"/>
            <a:ext cx="91440" cy="45720"/>
          </a:xfrm>
          <a:prstGeom prst="rightArrow">
            <a:avLst/>
          </a:prstGeom>
          <a:solidFill>
            <a:srgbClr val="868E96"/>
          </a:solidFill>
          <a:ln/>
        </p:spPr>
      </p:sp>
      <p:sp>
        <p:nvSpPr>
          <p:cNvPr id="103" name="Shape 93"/>
          <p:cNvSpPr/>
          <p:nvPr/>
        </p:nvSpPr>
        <p:spPr>
          <a:xfrm>
            <a:off x="9944100" y="4892040"/>
            <a:ext cx="1787652" cy="457200"/>
          </a:xfrm>
          <a:prstGeom prst="roundRect">
            <a:avLst>
              <a:gd name="adj" fmla="val 50000"/>
            </a:avLst>
          </a:prstGeom>
          <a:solidFill>
            <a:srgbClr val="E6F7F1"/>
          </a:solidFill>
          <a:ln/>
        </p:spPr>
      </p:sp>
      <p:sp>
        <p:nvSpPr>
          <p:cNvPr id="104" name="Text 94"/>
          <p:cNvSpPr/>
          <p:nvPr/>
        </p:nvSpPr>
        <p:spPr>
          <a:xfrm>
            <a:off x="9971532" y="4892040"/>
            <a:ext cx="1732788" cy="457200"/>
          </a:xfrm>
          <a:prstGeom prst="rect">
            <a:avLst/>
          </a:prstGeom>
          <a:noFill/>
          <a:ln/>
        </p:spPr>
        <p:txBody>
          <a:bodyPr wrap="square" lIns="0" tIns="0" rIns="0" bIns="0" rtlCol="0" anchor="ctr"/>
          <a:lstStyle/>
          <a:p>
            <a:pPr marL="0" indent="0" algn="ctr">
              <a:buNone/>
            </a:pPr>
            <a:r>
              <a:rPr lang="en-US" sz="1400" b="1" dirty="0">
                <a:solidFill>
                  <a:srgbClr val="0CA678"/>
                </a:solidFill>
                <a:latin typeface="Calibri" pitchFamily="34" charset="0"/>
                <a:ea typeface="Calibri" pitchFamily="34" charset="-122"/>
                <a:cs typeface="Calibri" pitchFamily="34" charset="-120"/>
              </a:rPr>
              <a:t>Numbered Exit</a:t>
            </a:r>
            <a:endParaRPr lang="en-US" sz="1400" dirty="0"/>
          </a:p>
          <a:p>
            <a:pPr marL="0" indent="0" algn="ctr">
              <a:buNone/>
            </a:pPr>
            <a:r>
              <a:rPr lang="en-US" sz="1400" b="1" dirty="0">
                <a:solidFill>
                  <a:srgbClr val="0CA678"/>
                </a:solidFill>
                <a:latin typeface="Calibri" pitchFamily="34" charset="0"/>
                <a:ea typeface="Calibri" pitchFamily="34" charset="-122"/>
                <a:cs typeface="Calibri" pitchFamily="34" charset="-120"/>
              </a:rPr>
              <a:t>Guidance</a:t>
            </a:r>
            <a:endParaRPr lang="en-US" sz="1400" dirty="0"/>
          </a:p>
        </p:txBody>
      </p:sp>
      <p:sp>
        <p:nvSpPr>
          <p:cNvPr id="105" name="Shape 95"/>
          <p:cNvSpPr/>
          <p:nvPr/>
        </p:nvSpPr>
        <p:spPr>
          <a:xfrm>
            <a:off x="457200" y="5715000"/>
            <a:ext cx="11274552" cy="548640"/>
          </a:xfrm>
          <a:prstGeom prst="roundRect">
            <a:avLst>
              <a:gd name="adj" fmla="val 13333"/>
            </a:avLst>
          </a:prstGeom>
          <a:solidFill>
            <a:srgbClr val="1E2761"/>
          </a:solidFill>
          <a:ln/>
        </p:spPr>
      </p:sp>
      <p:sp>
        <p:nvSpPr>
          <p:cNvPr id="106" name="Text 96"/>
          <p:cNvSpPr/>
          <p:nvPr/>
        </p:nvSpPr>
        <p:spPr>
          <a:xfrm>
            <a:off x="640080" y="5715000"/>
            <a:ext cx="10908792" cy="548640"/>
          </a:xfrm>
          <a:prstGeom prst="rect">
            <a:avLst/>
          </a:prstGeom>
          <a:noFill/>
          <a:ln/>
        </p:spPr>
        <p:txBody>
          <a:bodyPr wrap="square" lIns="0" tIns="0" rIns="0" bIns="0" rtlCol="0" anchor="ctr"/>
          <a:lstStyle/>
          <a:p>
            <a:pPr marL="0" indent="0" algn="ctr">
              <a:buNone/>
            </a:pPr>
            <a:r>
              <a:rPr lang="en-US" sz="1300" i="1" dirty="0">
                <a:solidFill>
                  <a:srgbClr val="FFFFFF"/>
                </a:solidFill>
                <a:latin typeface="Calibri" pitchFamily="34" charset="0"/>
                <a:ea typeface="Calibri" pitchFamily="34" charset="-122"/>
                <a:cs typeface="Calibri" pitchFamily="34" charset="-120"/>
              </a:rPr>
              <a:t>The interchange stage is the critical pain point in the entire journey.</a:t>
            </a:r>
            <a:endParaRPr lang="en-US" sz="1300" dirty="0"/>
          </a:p>
        </p:txBody>
      </p:sp>
      <p:sp>
        <p:nvSpPr>
          <p:cNvPr id="107" name="Text 97"/>
          <p:cNvSpPr/>
          <p:nvPr/>
        </p:nvSpPr>
        <p:spPr>
          <a:xfrm>
            <a:off x="457200" y="6565392"/>
            <a:ext cx="8229600" cy="256032"/>
          </a:xfrm>
          <a:prstGeom prst="rect">
            <a:avLst/>
          </a:prstGeom>
          <a:noFill/>
          <a:ln/>
        </p:spPr>
        <p:txBody>
          <a:bodyPr wrap="square" lIns="0" tIns="0" rIns="0" bIns="0" rtlCol="0" anchor="ctr"/>
          <a:lstStyle/>
          <a:p>
            <a:pPr marL="0" indent="0">
              <a:buNone/>
            </a:pPr>
            <a:r>
              <a:rPr lang="en-US" sz="900" dirty="0">
                <a:solidFill>
                  <a:srgbClr val="868E96"/>
                </a:solidFill>
                <a:latin typeface="Calibri" pitchFamily="34" charset="0"/>
                <a:ea typeface="Calibri" pitchFamily="34" charset="-122"/>
                <a:cs typeface="Calibri" pitchFamily="34" charset="-120"/>
              </a:rPr>
              <a:t>Ameerpet Metro Interchange  ·  Design Thinking Project</a:t>
            </a:r>
            <a:endParaRPr lang="en-US" sz="900" dirty="0"/>
          </a:p>
        </p:txBody>
      </p:sp>
      <p:sp>
        <p:nvSpPr>
          <p:cNvPr id="108" name="Text 98"/>
          <p:cNvSpPr/>
          <p:nvPr/>
        </p:nvSpPr>
        <p:spPr>
          <a:xfrm>
            <a:off x="11521440" y="6565392"/>
            <a:ext cx="274320" cy="256032"/>
          </a:xfrm>
          <a:prstGeom prst="rect">
            <a:avLst/>
          </a:prstGeom>
          <a:noFill/>
          <a:ln/>
        </p:spPr>
        <p:txBody>
          <a:bodyPr wrap="square" lIns="0" tIns="0" rIns="0" bIns="0" rtlCol="0" anchor="ctr"/>
          <a:lstStyle/>
          <a:p>
            <a:pPr marL="0" indent="0" algn="r">
              <a:buNone/>
            </a:pPr>
            <a:r>
              <a:rPr lang="en-US" sz="900" dirty="0">
                <a:solidFill>
                  <a:srgbClr val="868E96"/>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292608"/>
            <a:ext cx="9601200" cy="502920"/>
          </a:xfrm>
          <a:prstGeom prst="rect">
            <a:avLst/>
          </a:prstGeom>
          <a:noFill/>
          <a:ln/>
        </p:spPr>
        <p:txBody>
          <a:bodyPr wrap="square" lIns="0" tIns="0" rIns="0" bIns="0" rtlCol="0" anchor="ctr"/>
          <a:lstStyle/>
          <a:p>
            <a:pPr marL="0" indent="0" algn="l">
              <a:buNone/>
            </a:pPr>
            <a:r>
              <a:rPr lang="en-US" sz="3000" b="1" dirty="0">
                <a:solidFill>
                  <a:srgbClr val="1E2761"/>
                </a:solidFill>
                <a:latin typeface="Calibri" pitchFamily="34" charset="0"/>
                <a:ea typeface="Calibri" pitchFamily="34" charset="-122"/>
                <a:cs typeface="Calibri" pitchFamily="34" charset="-120"/>
              </a:rPr>
              <a:t>OPPORTUNITY AREAS</a:t>
            </a:r>
            <a:endParaRPr lang="en-US" sz="3000" dirty="0"/>
          </a:p>
        </p:txBody>
      </p:sp>
      <p:sp>
        <p:nvSpPr>
          <p:cNvPr id="3" name="Text 1"/>
          <p:cNvSpPr/>
          <p:nvPr/>
        </p:nvSpPr>
        <p:spPr>
          <a:xfrm>
            <a:off x="457200" y="777240"/>
            <a:ext cx="9875520" cy="365760"/>
          </a:xfrm>
          <a:prstGeom prst="rect">
            <a:avLst/>
          </a:prstGeom>
          <a:noFill/>
          <a:ln/>
        </p:spPr>
        <p:txBody>
          <a:bodyPr wrap="square" lIns="0" tIns="0" rIns="0" bIns="0" rtlCol="0" anchor="ctr"/>
          <a:lstStyle/>
          <a:p>
            <a:pPr marL="0" indent="0" algn="l">
              <a:buNone/>
            </a:pPr>
            <a:r>
              <a:rPr lang="en-US" sz="1500" i="1" dirty="0">
                <a:solidFill>
                  <a:srgbClr val="085A68"/>
                </a:solidFill>
                <a:latin typeface="Calibri" pitchFamily="34" charset="0"/>
                <a:ea typeface="Calibri" pitchFamily="34" charset="-122"/>
                <a:cs typeface="Calibri" pitchFamily="34" charset="-120"/>
              </a:rPr>
              <a:t>Towards a Stress-Free Ameerpet Metro Interchange</a:t>
            </a:r>
            <a:endParaRPr lang="en-US" sz="1500" dirty="0"/>
          </a:p>
        </p:txBody>
      </p:sp>
      <p:sp>
        <p:nvSpPr>
          <p:cNvPr id="4" name="Shape 2"/>
          <p:cNvSpPr/>
          <p:nvPr/>
        </p:nvSpPr>
        <p:spPr>
          <a:xfrm>
            <a:off x="11109960" y="320040"/>
            <a:ext cx="621792" cy="621792"/>
          </a:xfrm>
          <a:prstGeom prst="ellipse">
            <a:avLst/>
          </a:prstGeom>
          <a:solidFill>
            <a:srgbClr val="0CA678"/>
          </a:solidFill>
          <a:ln/>
        </p:spPr>
      </p:sp>
      <p:pic>
        <p:nvPicPr>
          <p:cNvPr id="5" name="Image 0" descr="/home/claude/ameerpet/icons/bulb.png"/>
          <p:cNvPicPr>
            <a:picLocks noChangeAspect="1"/>
          </p:cNvPicPr>
          <p:nvPr/>
        </p:nvPicPr>
        <p:blipFill>
          <a:blip r:embed="rId3"/>
          <a:stretch>
            <a:fillRect/>
          </a:stretch>
        </p:blipFill>
        <p:spPr>
          <a:xfrm>
            <a:off x="11190793" y="400873"/>
            <a:ext cx="460126" cy="460126"/>
          </a:xfrm>
          <a:prstGeom prst="rect">
            <a:avLst/>
          </a:prstGeom>
        </p:spPr>
      </p:pic>
      <p:sp>
        <p:nvSpPr>
          <p:cNvPr id="6" name="Shape 3"/>
          <p:cNvSpPr/>
          <p:nvPr/>
        </p:nvSpPr>
        <p:spPr>
          <a:xfrm>
            <a:off x="457200" y="1170432"/>
            <a:ext cx="2613355" cy="1353312"/>
          </a:xfrm>
          <a:prstGeom prst="roundRect">
            <a:avLst>
              <a:gd name="adj" fmla="val 5926"/>
            </a:avLst>
          </a:prstGeom>
          <a:solidFill>
            <a:srgbClr val="F7FAFB"/>
          </a:solidFill>
          <a:ln w="12700">
            <a:solidFill>
              <a:srgbClr val="DCE4E6"/>
            </a:solidFill>
            <a:prstDash val="solid"/>
          </a:ln>
          <a:effectLst>
            <a:outerShdw blurRad="76200" dist="25400" dir="5400000" algn="bl" rotWithShape="0">
              <a:srgbClr val="8A99A8">
                <a:alpha val="22000"/>
              </a:srgbClr>
            </a:outerShdw>
          </a:effectLst>
        </p:spPr>
      </p:sp>
      <p:sp>
        <p:nvSpPr>
          <p:cNvPr id="7" name="Shape 4"/>
          <p:cNvSpPr/>
          <p:nvPr/>
        </p:nvSpPr>
        <p:spPr>
          <a:xfrm>
            <a:off x="603504" y="1316736"/>
            <a:ext cx="402336" cy="402336"/>
          </a:xfrm>
          <a:prstGeom prst="ellipse">
            <a:avLst/>
          </a:prstGeom>
          <a:solidFill>
            <a:srgbClr val="0CA678"/>
          </a:solidFill>
          <a:ln/>
        </p:spPr>
      </p:sp>
      <p:pic>
        <p:nvPicPr>
          <p:cNvPr id="8" name="Image 1" descr="/home/claude/ameerpet/icons/signpost.png"/>
          <p:cNvPicPr>
            <a:picLocks noChangeAspect="1"/>
          </p:cNvPicPr>
          <p:nvPr/>
        </p:nvPicPr>
        <p:blipFill>
          <a:blip r:embed="rId4"/>
          <a:stretch>
            <a:fillRect/>
          </a:stretch>
        </p:blipFill>
        <p:spPr>
          <a:xfrm>
            <a:off x="655808" y="1369040"/>
            <a:ext cx="297729" cy="297729"/>
          </a:xfrm>
          <a:prstGeom prst="rect">
            <a:avLst/>
          </a:prstGeom>
        </p:spPr>
      </p:pic>
      <p:sp>
        <p:nvSpPr>
          <p:cNvPr id="9" name="Text 5"/>
          <p:cNvSpPr/>
          <p:nvPr/>
        </p:nvSpPr>
        <p:spPr>
          <a:xfrm>
            <a:off x="2777947" y="1261872"/>
            <a:ext cx="219456" cy="201168"/>
          </a:xfrm>
          <a:prstGeom prst="rect">
            <a:avLst/>
          </a:prstGeom>
          <a:noFill/>
          <a:ln/>
        </p:spPr>
        <p:txBody>
          <a:bodyPr wrap="square" lIns="0" tIns="0" rIns="0" bIns="0" rtlCol="0" anchor="ctr"/>
          <a:lstStyle/>
          <a:p>
            <a:pPr marL="0" indent="0" algn="r">
              <a:buNone/>
            </a:pPr>
            <a:r>
              <a:rPr lang="en-US" sz="900" b="1" dirty="0">
                <a:solidFill>
                  <a:srgbClr val="868E96"/>
                </a:solidFill>
                <a:latin typeface="Calibri" pitchFamily="34" charset="0"/>
                <a:ea typeface="Calibri" pitchFamily="34" charset="-122"/>
                <a:cs typeface="Calibri" pitchFamily="34" charset="-120"/>
              </a:rPr>
              <a:t>1</a:t>
            </a:r>
            <a:endParaRPr lang="en-US" sz="900" dirty="0"/>
          </a:p>
        </p:txBody>
      </p:sp>
      <p:sp>
        <p:nvSpPr>
          <p:cNvPr id="10" name="Text 6"/>
          <p:cNvSpPr/>
          <p:nvPr/>
        </p:nvSpPr>
        <p:spPr>
          <a:xfrm>
            <a:off x="603504" y="1773936"/>
            <a:ext cx="2320747" cy="274320"/>
          </a:xfrm>
          <a:prstGeom prst="rect">
            <a:avLst/>
          </a:prstGeom>
          <a:noFill/>
          <a:ln/>
        </p:spPr>
        <p:txBody>
          <a:bodyPr wrap="square" lIns="0" tIns="0" rIns="0" bIns="0"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CLEAR WAYFINDING</a:t>
            </a:r>
            <a:endParaRPr lang="en-US" sz="1600" dirty="0"/>
          </a:p>
        </p:txBody>
      </p:sp>
      <p:sp>
        <p:nvSpPr>
          <p:cNvPr id="11" name="Text 7"/>
          <p:cNvSpPr/>
          <p:nvPr/>
        </p:nvSpPr>
        <p:spPr>
          <a:xfrm>
            <a:off x="603504" y="2048256"/>
            <a:ext cx="2320747" cy="329184"/>
          </a:xfrm>
          <a:prstGeom prst="rect">
            <a:avLst/>
          </a:prstGeom>
          <a:noFill/>
          <a:ln/>
        </p:spPr>
        <p:txBody>
          <a:bodyPr wrap="square" lIns="0" tIns="0" rIns="0" bIns="0" rtlCol="0" anchor="t"/>
          <a:lstStyle/>
          <a:p>
            <a:pPr marL="0" indent="0">
              <a:lnSpc>
                <a:spcPct val="105000"/>
              </a:lnSpc>
              <a:buNone/>
            </a:pPr>
            <a:r>
              <a:rPr lang="en-US" sz="1400" dirty="0">
                <a:solidFill>
                  <a:srgbClr val="495057"/>
                </a:solidFill>
                <a:latin typeface="Calibri" pitchFamily="34" charset="0"/>
                <a:ea typeface="Calibri" pitchFamily="34" charset="-122"/>
                <a:cs typeface="Calibri" pitchFamily="34" charset="-120"/>
              </a:rPr>
              <a:t>Large, readable, consistent directional signs</a:t>
            </a:r>
            <a:r>
              <a:rPr lang="en-US" sz="800" dirty="0">
                <a:solidFill>
                  <a:srgbClr val="495057"/>
                </a:solidFill>
                <a:latin typeface="Calibri" pitchFamily="34" charset="0"/>
                <a:ea typeface="Calibri" pitchFamily="34" charset="-122"/>
                <a:cs typeface="Calibri" pitchFamily="34" charset="-120"/>
              </a:rPr>
              <a:t>.</a:t>
            </a:r>
            <a:endParaRPr lang="en-US" sz="800" dirty="0"/>
          </a:p>
        </p:txBody>
      </p:sp>
      <p:sp>
        <p:nvSpPr>
          <p:cNvPr id="12" name="Shape 8"/>
          <p:cNvSpPr/>
          <p:nvPr/>
        </p:nvSpPr>
        <p:spPr>
          <a:xfrm>
            <a:off x="3344875" y="1147572"/>
            <a:ext cx="2613355" cy="1348740"/>
          </a:xfrm>
          <a:prstGeom prst="roundRect">
            <a:avLst>
              <a:gd name="adj" fmla="val 5926"/>
            </a:avLst>
          </a:prstGeom>
          <a:solidFill>
            <a:srgbClr val="F7FAFB"/>
          </a:solidFill>
          <a:ln w="12700">
            <a:solidFill>
              <a:srgbClr val="DCE4E6"/>
            </a:solidFill>
            <a:prstDash val="solid"/>
          </a:ln>
          <a:effectLst>
            <a:outerShdw blurRad="76200" dist="25400" dir="5400000" algn="bl" rotWithShape="0">
              <a:srgbClr val="8A99A8">
                <a:alpha val="22000"/>
              </a:srgbClr>
            </a:outerShdw>
          </a:effectLst>
        </p:spPr>
      </p:sp>
      <p:sp>
        <p:nvSpPr>
          <p:cNvPr id="13" name="Shape 9"/>
          <p:cNvSpPr/>
          <p:nvPr/>
        </p:nvSpPr>
        <p:spPr>
          <a:xfrm>
            <a:off x="3491179" y="1316736"/>
            <a:ext cx="402336" cy="402336"/>
          </a:xfrm>
          <a:prstGeom prst="ellipse">
            <a:avLst/>
          </a:prstGeom>
          <a:solidFill>
            <a:srgbClr val="0CA678"/>
          </a:solidFill>
          <a:ln/>
        </p:spPr>
      </p:sp>
      <p:pic>
        <p:nvPicPr>
          <p:cNvPr id="14" name="Image 2" descr="/home/claude/ameerpet/icons/palette.png"/>
          <p:cNvPicPr>
            <a:picLocks noChangeAspect="1"/>
          </p:cNvPicPr>
          <p:nvPr/>
        </p:nvPicPr>
        <p:blipFill>
          <a:blip r:embed="rId5"/>
          <a:stretch>
            <a:fillRect/>
          </a:stretch>
        </p:blipFill>
        <p:spPr>
          <a:xfrm>
            <a:off x="3543483" y="1369040"/>
            <a:ext cx="297729" cy="297729"/>
          </a:xfrm>
          <a:prstGeom prst="rect">
            <a:avLst/>
          </a:prstGeom>
        </p:spPr>
      </p:pic>
      <p:sp>
        <p:nvSpPr>
          <p:cNvPr id="15" name="Text 10"/>
          <p:cNvSpPr/>
          <p:nvPr/>
        </p:nvSpPr>
        <p:spPr>
          <a:xfrm>
            <a:off x="5665622" y="1261872"/>
            <a:ext cx="219456" cy="201168"/>
          </a:xfrm>
          <a:prstGeom prst="rect">
            <a:avLst/>
          </a:prstGeom>
          <a:noFill/>
          <a:ln/>
        </p:spPr>
        <p:txBody>
          <a:bodyPr wrap="square" lIns="0" tIns="0" rIns="0" bIns="0" rtlCol="0" anchor="ctr"/>
          <a:lstStyle/>
          <a:p>
            <a:pPr marL="0" indent="0" algn="r">
              <a:buNone/>
            </a:pPr>
            <a:r>
              <a:rPr lang="en-US" sz="900" b="1" dirty="0">
                <a:solidFill>
                  <a:srgbClr val="868E96"/>
                </a:solidFill>
                <a:latin typeface="Calibri" pitchFamily="34" charset="0"/>
                <a:ea typeface="Calibri" pitchFamily="34" charset="-122"/>
                <a:cs typeface="Calibri" pitchFamily="34" charset="-120"/>
              </a:rPr>
              <a:t>2</a:t>
            </a:r>
            <a:endParaRPr lang="en-US" sz="900" dirty="0"/>
          </a:p>
        </p:txBody>
      </p:sp>
      <p:sp>
        <p:nvSpPr>
          <p:cNvPr id="16" name="Text 11"/>
          <p:cNvSpPr/>
          <p:nvPr/>
        </p:nvSpPr>
        <p:spPr>
          <a:xfrm>
            <a:off x="3491179" y="1773936"/>
            <a:ext cx="2320747" cy="27432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COLOR-CODED PATHS</a:t>
            </a:r>
            <a:endParaRPr lang="en-US" sz="1400" dirty="0"/>
          </a:p>
        </p:txBody>
      </p:sp>
      <p:sp>
        <p:nvSpPr>
          <p:cNvPr id="17" name="Text 12"/>
          <p:cNvSpPr/>
          <p:nvPr/>
        </p:nvSpPr>
        <p:spPr>
          <a:xfrm>
            <a:off x="3491179" y="2048256"/>
            <a:ext cx="2320747" cy="329184"/>
          </a:xfrm>
          <a:prstGeom prst="rect">
            <a:avLst/>
          </a:prstGeom>
          <a:noFill/>
          <a:ln/>
        </p:spPr>
        <p:txBody>
          <a:bodyPr wrap="square" lIns="0" tIns="0" rIns="0" bIns="0" rtlCol="0" anchor="t"/>
          <a:lstStyle/>
          <a:p>
            <a:pPr marL="0" indent="0">
              <a:lnSpc>
                <a:spcPct val="105000"/>
              </a:lnSpc>
              <a:buNone/>
            </a:pPr>
            <a:r>
              <a:rPr lang="en-US" sz="1400" dirty="0">
                <a:solidFill>
                  <a:srgbClr val="495057"/>
                </a:solidFill>
                <a:latin typeface="Calibri" pitchFamily="34" charset="0"/>
                <a:ea typeface="Calibri" pitchFamily="34" charset="-122"/>
                <a:cs typeface="Calibri" pitchFamily="34" charset="-120"/>
              </a:rPr>
              <a:t>Line colors &amp; floor markings connect routes</a:t>
            </a:r>
            <a:r>
              <a:rPr lang="en-US" sz="800" dirty="0">
                <a:solidFill>
                  <a:srgbClr val="495057"/>
                </a:solidFill>
                <a:latin typeface="Calibri" pitchFamily="34" charset="0"/>
                <a:ea typeface="Calibri" pitchFamily="34" charset="-122"/>
                <a:cs typeface="Calibri" pitchFamily="34" charset="-120"/>
              </a:rPr>
              <a:t>.</a:t>
            </a:r>
            <a:endParaRPr lang="en-US" sz="800" dirty="0"/>
          </a:p>
        </p:txBody>
      </p:sp>
      <p:sp>
        <p:nvSpPr>
          <p:cNvPr id="18" name="Shape 13"/>
          <p:cNvSpPr/>
          <p:nvPr/>
        </p:nvSpPr>
        <p:spPr>
          <a:xfrm>
            <a:off x="6232550" y="1170432"/>
            <a:ext cx="2613355" cy="1325880"/>
          </a:xfrm>
          <a:prstGeom prst="roundRect">
            <a:avLst>
              <a:gd name="adj" fmla="val 5926"/>
            </a:avLst>
          </a:prstGeom>
          <a:solidFill>
            <a:srgbClr val="F7FAFB"/>
          </a:solidFill>
          <a:ln w="12700">
            <a:solidFill>
              <a:srgbClr val="DCE4E6"/>
            </a:solidFill>
            <a:prstDash val="solid"/>
          </a:ln>
          <a:effectLst>
            <a:outerShdw blurRad="76200" dist="25400" dir="5400000" algn="bl" rotWithShape="0">
              <a:srgbClr val="8A99A8">
                <a:alpha val="22000"/>
              </a:srgbClr>
            </a:outerShdw>
          </a:effectLst>
        </p:spPr>
      </p:sp>
      <p:sp>
        <p:nvSpPr>
          <p:cNvPr id="19" name="Shape 14"/>
          <p:cNvSpPr/>
          <p:nvPr/>
        </p:nvSpPr>
        <p:spPr>
          <a:xfrm>
            <a:off x="6378854" y="1316736"/>
            <a:ext cx="402336" cy="402336"/>
          </a:xfrm>
          <a:prstGeom prst="ellipse">
            <a:avLst/>
          </a:prstGeom>
          <a:solidFill>
            <a:srgbClr val="0CA678"/>
          </a:solidFill>
          <a:ln/>
        </p:spPr>
      </p:sp>
      <p:pic>
        <p:nvPicPr>
          <p:cNvPr id="20" name="Image 3" descr="/home/claude/ameerpet/icons/map.png"/>
          <p:cNvPicPr>
            <a:picLocks noChangeAspect="1"/>
          </p:cNvPicPr>
          <p:nvPr/>
        </p:nvPicPr>
        <p:blipFill>
          <a:blip r:embed="rId6"/>
          <a:stretch>
            <a:fillRect/>
          </a:stretch>
        </p:blipFill>
        <p:spPr>
          <a:xfrm>
            <a:off x="6431158" y="1369040"/>
            <a:ext cx="297729" cy="297729"/>
          </a:xfrm>
          <a:prstGeom prst="rect">
            <a:avLst/>
          </a:prstGeom>
        </p:spPr>
      </p:pic>
      <p:sp>
        <p:nvSpPr>
          <p:cNvPr id="21" name="Text 15"/>
          <p:cNvSpPr/>
          <p:nvPr/>
        </p:nvSpPr>
        <p:spPr>
          <a:xfrm>
            <a:off x="8553298" y="1261872"/>
            <a:ext cx="219456" cy="201168"/>
          </a:xfrm>
          <a:prstGeom prst="rect">
            <a:avLst/>
          </a:prstGeom>
          <a:noFill/>
          <a:ln/>
        </p:spPr>
        <p:txBody>
          <a:bodyPr wrap="square" lIns="0" tIns="0" rIns="0" bIns="0" rtlCol="0" anchor="ctr"/>
          <a:lstStyle/>
          <a:p>
            <a:pPr marL="0" indent="0" algn="r">
              <a:buNone/>
            </a:pPr>
            <a:r>
              <a:rPr lang="en-US" sz="900" b="1" dirty="0">
                <a:solidFill>
                  <a:srgbClr val="868E96"/>
                </a:solidFill>
                <a:latin typeface="Calibri" pitchFamily="34" charset="0"/>
                <a:ea typeface="Calibri" pitchFamily="34" charset="-122"/>
                <a:cs typeface="Calibri" pitchFamily="34" charset="-120"/>
              </a:rPr>
              <a:t>3</a:t>
            </a:r>
            <a:endParaRPr lang="en-US" sz="900" dirty="0"/>
          </a:p>
        </p:txBody>
      </p:sp>
      <p:sp>
        <p:nvSpPr>
          <p:cNvPr id="22" name="Text 16"/>
          <p:cNvSpPr/>
          <p:nvPr/>
        </p:nvSpPr>
        <p:spPr>
          <a:xfrm>
            <a:off x="6378854" y="1773936"/>
            <a:ext cx="2320747" cy="274320"/>
          </a:xfrm>
          <a:prstGeom prst="rect">
            <a:avLst/>
          </a:prstGeom>
          <a:noFill/>
          <a:ln/>
        </p:spPr>
        <p:txBody>
          <a:bodyPr wrap="square" lIns="0" tIns="0" rIns="0" bIns="0" rtlCol="0" anchor="ctr"/>
          <a:lstStyle/>
          <a:p>
            <a:pPr marL="0" indent="0">
              <a:buNone/>
            </a:pPr>
            <a:r>
              <a:rPr lang="en-US" sz="950" b="1" dirty="0">
                <a:solidFill>
                  <a:srgbClr val="1E2761"/>
                </a:solidFill>
                <a:latin typeface="Calibri" pitchFamily="34" charset="0"/>
                <a:ea typeface="Calibri" pitchFamily="34" charset="-122"/>
                <a:cs typeface="Calibri" pitchFamily="34" charset="-120"/>
              </a:rPr>
              <a:t>“</a:t>
            </a:r>
            <a:r>
              <a:rPr lang="en-US" sz="1400" b="1" dirty="0">
                <a:solidFill>
                  <a:srgbClr val="1E2761"/>
                </a:solidFill>
                <a:latin typeface="Calibri" pitchFamily="34" charset="0"/>
                <a:ea typeface="Calibri" pitchFamily="34" charset="-122"/>
                <a:cs typeface="Calibri" pitchFamily="34" charset="-120"/>
              </a:rPr>
              <a:t>YOU ARE HERE” MAPS</a:t>
            </a:r>
            <a:endParaRPr lang="en-US" sz="1400" dirty="0"/>
          </a:p>
        </p:txBody>
      </p:sp>
      <p:sp>
        <p:nvSpPr>
          <p:cNvPr id="23" name="Text 17"/>
          <p:cNvSpPr/>
          <p:nvPr/>
        </p:nvSpPr>
        <p:spPr>
          <a:xfrm>
            <a:off x="6378854" y="2048256"/>
            <a:ext cx="2320747" cy="329184"/>
          </a:xfrm>
          <a:prstGeom prst="rect">
            <a:avLst/>
          </a:prstGeom>
          <a:noFill/>
          <a:ln/>
        </p:spPr>
        <p:txBody>
          <a:bodyPr wrap="square" lIns="0" tIns="0" rIns="0" bIns="0" rtlCol="0" anchor="t"/>
          <a:lstStyle/>
          <a:p>
            <a:pPr marL="0" indent="0">
              <a:lnSpc>
                <a:spcPct val="105000"/>
              </a:lnSpc>
              <a:buNone/>
            </a:pPr>
            <a:r>
              <a:rPr lang="en-US" sz="1400" dirty="0">
                <a:solidFill>
                  <a:srgbClr val="495057"/>
                </a:solidFill>
                <a:latin typeface="Calibri" pitchFamily="34" charset="0"/>
                <a:ea typeface="Calibri" pitchFamily="34" charset="-122"/>
                <a:cs typeface="Calibri" pitchFamily="34" charset="-120"/>
              </a:rPr>
              <a:t>Simple maps at key decision points.</a:t>
            </a:r>
            <a:endParaRPr lang="en-US" sz="1400" dirty="0"/>
          </a:p>
        </p:txBody>
      </p:sp>
      <p:sp>
        <p:nvSpPr>
          <p:cNvPr id="24" name="Shape 18"/>
          <p:cNvSpPr/>
          <p:nvPr/>
        </p:nvSpPr>
        <p:spPr>
          <a:xfrm>
            <a:off x="9120226" y="1170432"/>
            <a:ext cx="2613355" cy="1344168"/>
          </a:xfrm>
          <a:prstGeom prst="roundRect">
            <a:avLst>
              <a:gd name="adj" fmla="val 5926"/>
            </a:avLst>
          </a:prstGeom>
          <a:solidFill>
            <a:srgbClr val="F7FAFB"/>
          </a:solidFill>
          <a:ln w="12700">
            <a:solidFill>
              <a:srgbClr val="DCE4E6"/>
            </a:solidFill>
            <a:prstDash val="solid"/>
          </a:ln>
          <a:effectLst>
            <a:outerShdw blurRad="76200" dist="25400" dir="5400000" algn="bl" rotWithShape="0">
              <a:srgbClr val="8A99A8">
                <a:alpha val="22000"/>
              </a:srgbClr>
            </a:outerShdw>
          </a:effectLst>
        </p:spPr>
      </p:sp>
      <p:sp>
        <p:nvSpPr>
          <p:cNvPr id="25" name="Shape 19"/>
          <p:cNvSpPr/>
          <p:nvPr/>
        </p:nvSpPr>
        <p:spPr>
          <a:xfrm>
            <a:off x="9266530" y="1316736"/>
            <a:ext cx="402336" cy="402336"/>
          </a:xfrm>
          <a:prstGeom prst="ellipse">
            <a:avLst/>
          </a:prstGeom>
          <a:solidFill>
            <a:srgbClr val="0CA678"/>
          </a:solidFill>
          <a:ln/>
        </p:spPr>
      </p:sp>
      <p:pic>
        <p:nvPicPr>
          <p:cNvPr id="26" name="Image 4" descr="/home/claude/ameerpet/icons/accessible.png"/>
          <p:cNvPicPr>
            <a:picLocks noChangeAspect="1"/>
          </p:cNvPicPr>
          <p:nvPr/>
        </p:nvPicPr>
        <p:blipFill>
          <a:blip r:embed="rId7"/>
          <a:stretch>
            <a:fillRect/>
          </a:stretch>
        </p:blipFill>
        <p:spPr>
          <a:xfrm>
            <a:off x="9318833" y="1369040"/>
            <a:ext cx="297729" cy="297729"/>
          </a:xfrm>
          <a:prstGeom prst="rect">
            <a:avLst/>
          </a:prstGeom>
        </p:spPr>
      </p:pic>
      <p:sp>
        <p:nvSpPr>
          <p:cNvPr id="27" name="Text 20"/>
          <p:cNvSpPr/>
          <p:nvPr/>
        </p:nvSpPr>
        <p:spPr>
          <a:xfrm>
            <a:off x="11440973" y="1261872"/>
            <a:ext cx="219456" cy="201168"/>
          </a:xfrm>
          <a:prstGeom prst="rect">
            <a:avLst/>
          </a:prstGeom>
          <a:noFill/>
          <a:ln/>
        </p:spPr>
        <p:txBody>
          <a:bodyPr wrap="square" lIns="0" tIns="0" rIns="0" bIns="0" rtlCol="0" anchor="ctr"/>
          <a:lstStyle/>
          <a:p>
            <a:pPr marL="0" indent="0" algn="r">
              <a:buNone/>
            </a:pPr>
            <a:r>
              <a:rPr lang="en-US" sz="900" b="1" dirty="0">
                <a:solidFill>
                  <a:srgbClr val="868E96"/>
                </a:solidFill>
                <a:latin typeface="Calibri" pitchFamily="34" charset="0"/>
                <a:ea typeface="Calibri" pitchFamily="34" charset="-122"/>
                <a:cs typeface="Calibri" pitchFamily="34" charset="-120"/>
              </a:rPr>
              <a:t>4</a:t>
            </a:r>
            <a:endParaRPr lang="en-US" sz="900" dirty="0"/>
          </a:p>
        </p:txBody>
      </p:sp>
      <p:sp>
        <p:nvSpPr>
          <p:cNvPr id="28" name="Text 21"/>
          <p:cNvSpPr/>
          <p:nvPr/>
        </p:nvSpPr>
        <p:spPr>
          <a:xfrm>
            <a:off x="9266530" y="1773936"/>
            <a:ext cx="2320747" cy="27432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ACCESSIBLE ROUTE GUIDANCE</a:t>
            </a:r>
            <a:endParaRPr lang="en-US" sz="1400" dirty="0"/>
          </a:p>
        </p:txBody>
      </p:sp>
      <p:sp>
        <p:nvSpPr>
          <p:cNvPr id="29" name="Text 22"/>
          <p:cNvSpPr/>
          <p:nvPr/>
        </p:nvSpPr>
        <p:spPr>
          <a:xfrm>
            <a:off x="9266530" y="2048256"/>
            <a:ext cx="2320747" cy="329184"/>
          </a:xfrm>
          <a:prstGeom prst="rect">
            <a:avLst/>
          </a:prstGeom>
          <a:noFill/>
          <a:ln/>
        </p:spPr>
        <p:txBody>
          <a:bodyPr wrap="square" lIns="0" tIns="0" rIns="0" bIns="0" rtlCol="0" anchor="t"/>
          <a:lstStyle/>
          <a:p>
            <a:pPr marL="0" indent="0">
              <a:lnSpc>
                <a:spcPct val="105000"/>
              </a:lnSpc>
              <a:buNone/>
            </a:pPr>
            <a:r>
              <a:rPr lang="en-US" sz="1400" dirty="0">
                <a:solidFill>
                  <a:srgbClr val="495057"/>
                </a:solidFill>
                <a:latin typeface="Calibri" pitchFamily="34" charset="0"/>
                <a:ea typeface="Calibri" pitchFamily="34" charset="-122"/>
                <a:cs typeface="Calibri" pitchFamily="34" charset="-120"/>
              </a:rPr>
              <a:t>Identify lifts, escalators &amp; shorter routes</a:t>
            </a:r>
            <a:r>
              <a:rPr lang="en-US" sz="800" dirty="0">
                <a:solidFill>
                  <a:srgbClr val="495057"/>
                </a:solidFill>
                <a:latin typeface="Calibri" pitchFamily="34" charset="0"/>
                <a:ea typeface="Calibri" pitchFamily="34" charset="-122"/>
                <a:cs typeface="Calibri" pitchFamily="34" charset="-120"/>
              </a:rPr>
              <a:t>.</a:t>
            </a:r>
            <a:endParaRPr lang="en-US" sz="800" dirty="0"/>
          </a:p>
        </p:txBody>
      </p:sp>
      <p:sp>
        <p:nvSpPr>
          <p:cNvPr id="30" name="Shape 23"/>
          <p:cNvSpPr/>
          <p:nvPr/>
        </p:nvSpPr>
        <p:spPr>
          <a:xfrm>
            <a:off x="1901495" y="2651760"/>
            <a:ext cx="2613355" cy="1197864"/>
          </a:xfrm>
          <a:prstGeom prst="roundRect">
            <a:avLst>
              <a:gd name="adj" fmla="val 5926"/>
            </a:avLst>
          </a:prstGeom>
          <a:solidFill>
            <a:srgbClr val="F7FAFB"/>
          </a:solidFill>
          <a:ln w="12700">
            <a:solidFill>
              <a:srgbClr val="DCE4E6"/>
            </a:solidFill>
            <a:prstDash val="solid"/>
          </a:ln>
          <a:effectLst>
            <a:outerShdw blurRad="76200" dist="25400" dir="5400000" algn="bl" rotWithShape="0">
              <a:srgbClr val="8A99A8">
                <a:alpha val="22000"/>
              </a:srgbClr>
            </a:outerShdw>
          </a:effectLst>
        </p:spPr>
      </p:sp>
      <p:sp>
        <p:nvSpPr>
          <p:cNvPr id="31" name="Shape 24"/>
          <p:cNvSpPr/>
          <p:nvPr/>
        </p:nvSpPr>
        <p:spPr>
          <a:xfrm>
            <a:off x="2047799" y="2697480"/>
            <a:ext cx="402336" cy="402336"/>
          </a:xfrm>
          <a:prstGeom prst="ellipse">
            <a:avLst/>
          </a:prstGeom>
          <a:solidFill>
            <a:srgbClr val="0CA678"/>
          </a:solidFill>
          <a:ln/>
        </p:spPr>
      </p:sp>
      <p:pic>
        <p:nvPicPr>
          <p:cNvPr id="32" name="Image 5" descr="/home/claude/ameerpet/icons/ticket.png"/>
          <p:cNvPicPr>
            <a:picLocks noChangeAspect="1"/>
          </p:cNvPicPr>
          <p:nvPr/>
        </p:nvPicPr>
        <p:blipFill>
          <a:blip r:embed="rId8"/>
          <a:stretch>
            <a:fillRect/>
          </a:stretch>
        </p:blipFill>
        <p:spPr>
          <a:xfrm>
            <a:off x="2100102" y="2749784"/>
            <a:ext cx="297729" cy="297729"/>
          </a:xfrm>
          <a:prstGeom prst="rect">
            <a:avLst/>
          </a:prstGeom>
        </p:spPr>
      </p:pic>
      <p:sp>
        <p:nvSpPr>
          <p:cNvPr id="33" name="Text 25"/>
          <p:cNvSpPr/>
          <p:nvPr/>
        </p:nvSpPr>
        <p:spPr>
          <a:xfrm>
            <a:off x="4222242" y="2642616"/>
            <a:ext cx="219456" cy="201168"/>
          </a:xfrm>
          <a:prstGeom prst="rect">
            <a:avLst/>
          </a:prstGeom>
          <a:noFill/>
          <a:ln/>
        </p:spPr>
        <p:txBody>
          <a:bodyPr wrap="square" lIns="0" tIns="0" rIns="0" bIns="0" rtlCol="0" anchor="ctr"/>
          <a:lstStyle/>
          <a:p>
            <a:pPr marL="0" indent="0" algn="r">
              <a:buNone/>
            </a:pPr>
            <a:r>
              <a:rPr lang="en-US" sz="900" b="1" dirty="0">
                <a:solidFill>
                  <a:srgbClr val="868E96"/>
                </a:solidFill>
                <a:latin typeface="Calibri" pitchFamily="34" charset="0"/>
                <a:ea typeface="Calibri" pitchFamily="34" charset="-122"/>
                <a:cs typeface="Calibri" pitchFamily="34" charset="-120"/>
              </a:rPr>
              <a:t>5</a:t>
            </a:r>
            <a:endParaRPr lang="en-US" sz="900" dirty="0"/>
          </a:p>
        </p:txBody>
      </p:sp>
      <p:sp>
        <p:nvSpPr>
          <p:cNvPr id="34" name="Text 26"/>
          <p:cNvSpPr/>
          <p:nvPr/>
        </p:nvSpPr>
        <p:spPr>
          <a:xfrm>
            <a:off x="2047799" y="3154680"/>
            <a:ext cx="2320747" cy="27432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PLATFORM CONFIRMATION</a:t>
            </a:r>
            <a:endParaRPr lang="en-US" sz="1400" dirty="0"/>
          </a:p>
        </p:txBody>
      </p:sp>
      <p:sp>
        <p:nvSpPr>
          <p:cNvPr id="35" name="Text 27"/>
          <p:cNvSpPr/>
          <p:nvPr/>
        </p:nvSpPr>
        <p:spPr>
          <a:xfrm>
            <a:off x="2047799" y="3429000"/>
            <a:ext cx="2320747" cy="329184"/>
          </a:xfrm>
          <a:prstGeom prst="rect">
            <a:avLst/>
          </a:prstGeom>
          <a:noFill/>
          <a:ln/>
        </p:spPr>
        <p:txBody>
          <a:bodyPr wrap="square" lIns="0" tIns="0" rIns="0" bIns="0" rtlCol="0" anchor="t"/>
          <a:lstStyle/>
          <a:p>
            <a:pPr marL="0" indent="0">
              <a:lnSpc>
                <a:spcPct val="105000"/>
              </a:lnSpc>
              <a:buNone/>
            </a:pPr>
            <a:r>
              <a:rPr lang="en-US" sz="1400" dirty="0">
                <a:solidFill>
                  <a:srgbClr val="495057"/>
                </a:solidFill>
                <a:latin typeface="Calibri" pitchFamily="34" charset="0"/>
                <a:ea typeface="Calibri" pitchFamily="34" charset="-122"/>
                <a:cs typeface="Calibri" pitchFamily="34" charset="-120"/>
              </a:rPr>
              <a:t>Show platform, direction &amp; destinations before boarding.</a:t>
            </a:r>
            <a:endParaRPr lang="en-US" sz="1400" dirty="0"/>
          </a:p>
        </p:txBody>
      </p:sp>
      <p:sp>
        <p:nvSpPr>
          <p:cNvPr id="36" name="Shape 28"/>
          <p:cNvSpPr/>
          <p:nvPr/>
        </p:nvSpPr>
        <p:spPr>
          <a:xfrm>
            <a:off x="4789170" y="2642616"/>
            <a:ext cx="2613355" cy="1271016"/>
          </a:xfrm>
          <a:prstGeom prst="roundRect">
            <a:avLst>
              <a:gd name="adj" fmla="val 5926"/>
            </a:avLst>
          </a:prstGeom>
          <a:solidFill>
            <a:srgbClr val="F7FAFB"/>
          </a:solidFill>
          <a:ln w="12700">
            <a:solidFill>
              <a:srgbClr val="DCE4E6"/>
            </a:solidFill>
            <a:prstDash val="solid"/>
          </a:ln>
          <a:effectLst>
            <a:outerShdw blurRad="76200" dist="25400" dir="5400000" algn="bl" rotWithShape="0">
              <a:srgbClr val="8A99A8">
                <a:alpha val="22000"/>
              </a:srgbClr>
            </a:outerShdw>
          </a:effectLst>
        </p:spPr>
      </p:sp>
      <p:sp>
        <p:nvSpPr>
          <p:cNvPr id="37" name="Shape 29"/>
          <p:cNvSpPr/>
          <p:nvPr/>
        </p:nvSpPr>
        <p:spPr>
          <a:xfrm>
            <a:off x="4935474" y="2697480"/>
            <a:ext cx="402336" cy="402336"/>
          </a:xfrm>
          <a:prstGeom prst="ellipse">
            <a:avLst/>
          </a:prstGeom>
          <a:solidFill>
            <a:srgbClr val="0CA678"/>
          </a:solidFill>
          <a:ln/>
        </p:spPr>
      </p:sp>
      <p:pic>
        <p:nvPicPr>
          <p:cNvPr id="38" name="Image 6" descr="/home/claude/ameerpet/icons/language.png"/>
          <p:cNvPicPr>
            <a:picLocks noChangeAspect="1"/>
          </p:cNvPicPr>
          <p:nvPr/>
        </p:nvPicPr>
        <p:blipFill>
          <a:blip r:embed="rId9"/>
          <a:stretch>
            <a:fillRect/>
          </a:stretch>
        </p:blipFill>
        <p:spPr>
          <a:xfrm>
            <a:off x="4987778" y="2749784"/>
            <a:ext cx="297729" cy="297729"/>
          </a:xfrm>
          <a:prstGeom prst="rect">
            <a:avLst/>
          </a:prstGeom>
        </p:spPr>
      </p:pic>
      <p:sp>
        <p:nvSpPr>
          <p:cNvPr id="39" name="Text 30"/>
          <p:cNvSpPr/>
          <p:nvPr/>
        </p:nvSpPr>
        <p:spPr>
          <a:xfrm>
            <a:off x="7109917" y="2642616"/>
            <a:ext cx="219456" cy="201168"/>
          </a:xfrm>
          <a:prstGeom prst="rect">
            <a:avLst/>
          </a:prstGeom>
          <a:noFill/>
          <a:ln/>
        </p:spPr>
        <p:txBody>
          <a:bodyPr wrap="square" lIns="0" tIns="0" rIns="0" bIns="0" rtlCol="0" anchor="ctr"/>
          <a:lstStyle/>
          <a:p>
            <a:pPr marL="0" indent="0" algn="r">
              <a:buNone/>
            </a:pPr>
            <a:r>
              <a:rPr lang="en-US" sz="900" b="1" dirty="0">
                <a:solidFill>
                  <a:srgbClr val="868E96"/>
                </a:solidFill>
                <a:latin typeface="Calibri" pitchFamily="34" charset="0"/>
                <a:ea typeface="Calibri" pitchFamily="34" charset="-122"/>
                <a:cs typeface="Calibri" pitchFamily="34" charset="-120"/>
              </a:rPr>
              <a:t>6</a:t>
            </a:r>
            <a:endParaRPr lang="en-US" sz="900" dirty="0"/>
          </a:p>
        </p:txBody>
      </p:sp>
      <p:sp>
        <p:nvSpPr>
          <p:cNvPr id="40" name="Text 31"/>
          <p:cNvSpPr/>
          <p:nvPr/>
        </p:nvSpPr>
        <p:spPr>
          <a:xfrm>
            <a:off x="4935474" y="3154680"/>
            <a:ext cx="2320747" cy="27432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MULTILINGUAL + AUDIO</a:t>
            </a:r>
            <a:endParaRPr lang="en-US" sz="1400" dirty="0"/>
          </a:p>
        </p:txBody>
      </p:sp>
      <p:sp>
        <p:nvSpPr>
          <p:cNvPr id="41" name="Text 32"/>
          <p:cNvSpPr/>
          <p:nvPr/>
        </p:nvSpPr>
        <p:spPr>
          <a:xfrm>
            <a:off x="4935474" y="3429000"/>
            <a:ext cx="2320747" cy="329184"/>
          </a:xfrm>
          <a:prstGeom prst="rect">
            <a:avLst/>
          </a:prstGeom>
          <a:noFill/>
          <a:ln/>
        </p:spPr>
        <p:txBody>
          <a:bodyPr wrap="square" lIns="0" tIns="0" rIns="0" bIns="0" rtlCol="0" anchor="t"/>
          <a:lstStyle/>
          <a:p>
            <a:pPr marL="0" indent="0">
              <a:lnSpc>
                <a:spcPct val="105000"/>
              </a:lnSpc>
              <a:buNone/>
            </a:pPr>
            <a:r>
              <a:rPr lang="en-US" sz="1400" dirty="0">
                <a:solidFill>
                  <a:srgbClr val="495057"/>
                </a:solidFill>
                <a:latin typeface="Calibri" pitchFamily="34" charset="0"/>
                <a:ea typeface="Calibri" pitchFamily="34" charset="-122"/>
                <a:cs typeface="Calibri" pitchFamily="34" charset="-120"/>
              </a:rPr>
              <a:t>Telugu, Hindi, English, symbols &amp; audio support</a:t>
            </a:r>
            <a:r>
              <a:rPr lang="en-US" sz="800" dirty="0">
                <a:solidFill>
                  <a:srgbClr val="495057"/>
                </a:solidFill>
                <a:latin typeface="Calibri" pitchFamily="34" charset="0"/>
                <a:ea typeface="Calibri" pitchFamily="34" charset="-122"/>
                <a:cs typeface="Calibri" pitchFamily="34" charset="-120"/>
              </a:rPr>
              <a:t>.</a:t>
            </a:r>
            <a:endParaRPr lang="en-US" sz="800" dirty="0"/>
          </a:p>
        </p:txBody>
      </p:sp>
      <p:sp>
        <p:nvSpPr>
          <p:cNvPr id="42" name="Shape 33"/>
          <p:cNvSpPr/>
          <p:nvPr/>
        </p:nvSpPr>
        <p:spPr>
          <a:xfrm>
            <a:off x="7676845" y="2642616"/>
            <a:ext cx="2613355" cy="1252728"/>
          </a:xfrm>
          <a:prstGeom prst="roundRect">
            <a:avLst>
              <a:gd name="adj" fmla="val 5926"/>
            </a:avLst>
          </a:prstGeom>
          <a:solidFill>
            <a:srgbClr val="F7FAFB"/>
          </a:solidFill>
          <a:ln w="12700">
            <a:solidFill>
              <a:srgbClr val="DCE4E6"/>
            </a:solidFill>
            <a:prstDash val="solid"/>
          </a:ln>
          <a:effectLst>
            <a:outerShdw blurRad="76200" dist="25400" dir="5400000" algn="bl" rotWithShape="0">
              <a:srgbClr val="8A99A8">
                <a:alpha val="22000"/>
              </a:srgbClr>
            </a:outerShdw>
          </a:effectLst>
        </p:spPr>
      </p:sp>
      <p:sp>
        <p:nvSpPr>
          <p:cNvPr id="43" name="Shape 34"/>
          <p:cNvSpPr/>
          <p:nvPr/>
        </p:nvSpPr>
        <p:spPr>
          <a:xfrm>
            <a:off x="7823149" y="2697480"/>
            <a:ext cx="402336" cy="402336"/>
          </a:xfrm>
          <a:prstGeom prst="ellipse">
            <a:avLst/>
          </a:prstGeom>
          <a:solidFill>
            <a:srgbClr val="0CA678"/>
          </a:solidFill>
          <a:ln/>
        </p:spPr>
      </p:sp>
      <p:pic>
        <p:nvPicPr>
          <p:cNvPr id="44" name="Image 7" descr="/home/claude/ameerpet/icons/mobile.png"/>
          <p:cNvPicPr>
            <a:picLocks noChangeAspect="1"/>
          </p:cNvPicPr>
          <p:nvPr/>
        </p:nvPicPr>
        <p:blipFill>
          <a:blip r:embed="rId10"/>
          <a:stretch>
            <a:fillRect/>
          </a:stretch>
        </p:blipFill>
        <p:spPr>
          <a:xfrm>
            <a:off x="7875453" y="2749784"/>
            <a:ext cx="297729" cy="297729"/>
          </a:xfrm>
          <a:prstGeom prst="rect">
            <a:avLst/>
          </a:prstGeom>
        </p:spPr>
      </p:pic>
      <p:sp>
        <p:nvSpPr>
          <p:cNvPr id="45" name="Text 35"/>
          <p:cNvSpPr/>
          <p:nvPr/>
        </p:nvSpPr>
        <p:spPr>
          <a:xfrm>
            <a:off x="9997592" y="2642616"/>
            <a:ext cx="219456" cy="201168"/>
          </a:xfrm>
          <a:prstGeom prst="rect">
            <a:avLst/>
          </a:prstGeom>
          <a:noFill/>
          <a:ln/>
        </p:spPr>
        <p:txBody>
          <a:bodyPr wrap="square" lIns="0" tIns="0" rIns="0" bIns="0" rtlCol="0" anchor="ctr"/>
          <a:lstStyle/>
          <a:p>
            <a:pPr marL="0" indent="0" algn="r">
              <a:buNone/>
            </a:pPr>
            <a:r>
              <a:rPr lang="en-US" sz="900" b="1" dirty="0">
                <a:solidFill>
                  <a:srgbClr val="868E96"/>
                </a:solidFill>
                <a:latin typeface="Calibri" pitchFamily="34" charset="0"/>
                <a:ea typeface="Calibri" pitchFamily="34" charset="-122"/>
                <a:cs typeface="Calibri" pitchFamily="34" charset="-120"/>
              </a:rPr>
              <a:t>7</a:t>
            </a:r>
            <a:endParaRPr lang="en-US" sz="900" dirty="0"/>
          </a:p>
        </p:txBody>
      </p:sp>
      <p:sp>
        <p:nvSpPr>
          <p:cNvPr id="46" name="Text 36"/>
          <p:cNvSpPr/>
          <p:nvPr/>
        </p:nvSpPr>
        <p:spPr>
          <a:xfrm>
            <a:off x="7823149" y="3154680"/>
            <a:ext cx="2320747" cy="27432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SMART NAVIGATION SUPPORT</a:t>
            </a:r>
            <a:endParaRPr lang="en-US" sz="1200" dirty="0"/>
          </a:p>
        </p:txBody>
      </p:sp>
      <p:sp>
        <p:nvSpPr>
          <p:cNvPr id="47" name="Text 37"/>
          <p:cNvSpPr/>
          <p:nvPr/>
        </p:nvSpPr>
        <p:spPr>
          <a:xfrm>
            <a:off x="7823149" y="3429000"/>
            <a:ext cx="2320747" cy="329184"/>
          </a:xfrm>
          <a:prstGeom prst="rect">
            <a:avLst/>
          </a:prstGeom>
          <a:noFill/>
          <a:ln/>
        </p:spPr>
        <p:txBody>
          <a:bodyPr wrap="square" lIns="0" tIns="0" rIns="0" bIns="0" rtlCol="0" anchor="t"/>
          <a:lstStyle/>
          <a:p>
            <a:pPr marL="0" indent="0">
              <a:lnSpc>
                <a:spcPct val="105000"/>
              </a:lnSpc>
              <a:buNone/>
            </a:pPr>
            <a:r>
              <a:rPr lang="en-US" sz="1400" dirty="0">
                <a:solidFill>
                  <a:srgbClr val="495057"/>
                </a:solidFill>
                <a:latin typeface="Calibri" pitchFamily="34" charset="0"/>
                <a:ea typeface="Calibri" pitchFamily="34" charset="-122"/>
                <a:cs typeface="Calibri" pitchFamily="34" charset="-120"/>
              </a:rPr>
              <a:t>Digital displays, QR maps, optional mobile guidance</a:t>
            </a:r>
            <a:r>
              <a:rPr lang="en-US" sz="800" dirty="0">
                <a:solidFill>
                  <a:srgbClr val="495057"/>
                </a:solidFill>
                <a:latin typeface="Calibri" pitchFamily="34" charset="0"/>
                <a:ea typeface="Calibri" pitchFamily="34" charset="-122"/>
                <a:cs typeface="Calibri" pitchFamily="34" charset="-120"/>
              </a:rPr>
              <a:t>.</a:t>
            </a:r>
            <a:endParaRPr lang="en-US" sz="800" dirty="0"/>
          </a:p>
        </p:txBody>
      </p:sp>
      <p:sp>
        <p:nvSpPr>
          <p:cNvPr id="48" name="Text 38"/>
          <p:cNvSpPr/>
          <p:nvPr/>
        </p:nvSpPr>
        <p:spPr>
          <a:xfrm>
            <a:off x="235915" y="3685032"/>
            <a:ext cx="3657600" cy="237744"/>
          </a:xfrm>
          <a:prstGeom prst="rect">
            <a:avLst/>
          </a:prstGeom>
          <a:noFill/>
          <a:ln/>
        </p:spPr>
        <p:txBody>
          <a:bodyPr wrap="square" lIns="0" tIns="0" rIns="0" bIns="0" rtlCol="0" anchor="ctr"/>
          <a:lstStyle/>
          <a:p>
            <a:pPr marL="0" indent="0">
              <a:buNone/>
            </a:pPr>
            <a:r>
              <a:rPr lang="en-US" sz="1400" b="1" kern="0" spc="100" dirty="0">
                <a:latin typeface="Calibri" pitchFamily="34" charset="0"/>
                <a:ea typeface="Calibri" pitchFamily="34" charset="-122"/>
                <a:cs typeface="Calibri" pitchFamily="34" charset="-120"/>
              </a:rPr>
              <a:t>EXPECTED IMPACT</a:t>
            </a:r>
            <a:endParaRPr lang="en-US" sz="1400" dirty="0"/>
          </a:p>
        </p:txBody>
      </p:sp>
      <p:sp>
        <p:nvSpPr>
          <p:cNvPr id="49" name="Shape 39"/>
          <p:cNvSpPr/>
          <p:nvPr/>
        </p:nvSpPr>
        <p:spPr>
          <a:xfrm>
            <a:off x="454986" y="4048781"/>
            <a:ext cx="11274552" cy="768096"/>
          </a:xfrm>
          <a:prstGeom prst="roundRect">
            <a:avLst>
              <a:gd name="adj" fmla="val 8421"/>
            </a:avLst>
          </a:prstGeom>
          <a:solidFill>
            <a:srgbClr val="E6F7F1"/>
          </a:solidFill>
          <a:ln w="12700">
            <a:solidFill>
              <a:srgbClr val="E6F7F1"/>
            </a:solidFill>
            <a:prstDash val="solid"/>
          </a:ln>
          <a:effectLst>
            <a:outerShdw blurRad="76200" dist="25400" dir="5400000" algn="bl" rotWithShape="0">
              <a:srgbClr val="8A99A8">
                <a:alpha val="22000"/>
              </a:srgbClr>
            </a:outerShdw>
          </a:effectLst>
        </p:spPr>
      </p:sp>
      <p:sp>
        <p:nvSpPr>
          <p:cNvPr id="50" name="Text 40"/>
          <p:cNvSpPr/>
          <p:nvPr/>
        </p:nvSpPr>
        <p:spPr>
          <a:xfrm>
            <a:off x="457200" y="4023360"/>
            <a:ext cx="1610650" cy="438912"/>
          </a:xfrm>
          <a:prstGeom prst="rect">
            <a:avLst/>
          </a:prstGeom>
          <a:noFill/>
          <a:ln/>
        </p:spPr>
        <p:txBody>
          <a:bodyPr wrap="square" lIns="0" tIns="0" rIns="0" bIns="0" rtlCol="0" anchor="ctr"/>
          <a:lstStyle/>
          <a:p>
            <a:pPr marL="0" indent="0" algn="ctr">
              <a:buNone/>
            </a:pPr>
            <a:r>
              <a:rPr lang="en-US" sz="1400" b="1" dirty="0">
                <a:solidFill>
                  <a:srgbClr val="0CA678"/>
                </a:solidFill>
                <a:latin typeface="Calibri" pitchFamily="34" charset="0"/>
                <a:ea typeface="Calibri" pitchFamily="34" charset="-122"/>
                <a:cs typeface="Calibri" pitchFamily="34" charset="-120"/>
              </a:rPr>
              <a:t>LESS</a:t>
            </a:r>
            <a:endParaRPr lang="en-US" sz="1400" dirty="0"/>
          </a:p>
        </p:txBody>
      </p:sp>
      <p:sp>
        <p:nvSpPr>
          <p:cNvPr id="51" name="Text 41"/>
          <p:cNvSpPr/>
          <p:nvPr/>
        </p:nvSpPr>
        <p:spPr>
          <a:xfrm>
            <a:off x="502920" y="4428257"/>
            <a:ext cx="1519210" cy="233172"/>
          </a:xfrm>
          <a:prstGeom prst="rect">
            <a:avLst/>
          </a:prstGeom>
          <a:noFill/>
          <a:ln/>
        </p:spPr>
        <p:txBody>
          <a:bodyPr wrap="square" lIns="0" tIns="0" rIns="0" bIns="0" rtlCol="0" anchor="t"/>
          <a:lstStyle/>
          <a:p>
            <a:pPr marL="0" indent="0" algn="ctr">
              <a:buNone/>
            </a:pPr>
            <a:r>
              <a:rPr lang="en-US" sz="1400" dirty="0">
                <a:solidFill>
                  <a:srgbClr val="495057"/>
                </a:solidFill>
                <a:latin typeface="Calibri" pitchFamily="34" charset="0"/>
                <a:ea typeface="Calibri" pitchFamily="34" charset="-122"/>
                <a:cs typeface="Calibri" pitchFamily="34" charset="-120"/>
              </a:rPr>
              <a:t>Confusion</a:t>
            </a:r>
            <a:endParaRPr lang="en-US" sz="1400" dirty="0"/>
          </a:p>
        </p:txBody>
      </p:sp>
      <p:sp>
        <p:nvSpPr>
          <p:cNvPr id="52" name="Text 42"/>
          <p:cNvSpPr/>
          <p:nvPr/>
        </p:nvSpPr>
        <p:spPr>
          <a:xfrm>
            <a:off x="2067850" y="4123944"/>
            <a:ext cx="1610650" cy="228600"/>
          </a:xfrm>
          <a:prstGeom prst="rect">
            <a:avLst/>
          </a:prstGeom>
          <a:noFill/>
          <a:ln/>
        </p:spPr>
        <p:txBody>
          <a:bodyPr wrap="square" lIns="0" tIns="0" rIns="0" bIns="0" rtlCol="0" anchor="ctr"/>
          <a:lstStyle/>
          <a:p>
            <a:pPr marL="0" indent="0" algn="ctr">
              <a:buNone/>
            </a:pPr>
            <a:r>
              <a:rPr lang="en-US" sz="1400" b="1" dirty="0">
                <a:solidFill>
                  <a:srgbClr val="0CA678"/>
                </a:solidFill>
                <a:latin typeface="Calibri" pitchFamily="34" charset="0"/>
                <a:ea typeface="Calibri" pitchFamily="34" charset="-122"/>
                <a:cs typeface="Calibri" pitchFamily="34" charset="-120"/>
              </a:rPr>
              <a:t>FEWER</a:t>
            </a:r>
            <a:endParaRPr lang="en-US" sz="1400" dirty="0"/>
          </a:p>
        </p:txBody>
      </p:sp>
      <p:sp>
        <p:nvSpPr>
          <p:cNvPr id="53" name="Text 43"/>
          <p:cNvSpPr/>
          <p:nvPr/>
        </p:nvSpPr>
        <p:spPr>
          <a:xfrm>
            <a:off x="2113570" y="4428256"/>
            <a:ext cx="1519210" cy="290047"/>
          </a:xfrm>
          <a:prstGeom prst="rect">
            <a:avLst/>
          </a:prstGeom>
          <a:noFill/>
          <a:ln/>
        </p:spPr>
        <p:txBody>
          <a:bodyPr wrap="square" lIns="0" tIns="0" rIns="0" bIns="0" rtlCol="0" anchor="t"/>
          <a:lstStyle/>
          <a:p>
            <a:pPr marL="0" indent="0" algn="ctr">
              <a:buNone/>
            </a:pPr>
            <a:r>
              <a:rPr lang="en-US" sz="1400" dirty="0">
                <a:solidFill>
                  <a:srgbClr val="495057"/>
                </a:solidFill>
                <a:latin typeface="Calibri" pitchFamily="34" charset="0"/>
                <a:ea typeface="Calibri" pitchFamily="34" charset="-122"/>
                <a:cs typeface="Calibri" pitchFamily="34" charset="-120"/>
              </a:rPr>
              <a:t>Wrong turns</a:t>
            </a:r>
            <a:endParaRPr lang="en-US" sz="1400" dirty="0"/>
          </a:p>
        </p:txBody>
      </p:sp>
      <p:sp>
        <p:nvSpPr>
          <p:cNvPr id="54" name="Text 44"/>
          <p:cNvSpPr/>
          <p:nvPr/>
        </p:nvSpPr>
        <p:spPr>
          <a:xfrm>
            <a:off x="3678501" y="4123944"/>
            <a:ext cx="1610650" cy="283464"/>
          </a:xfrm>
          <a:prstGeom prst="rect">
            <a:avLst/>
          </a:prstGeom>
          <a:noFill/>
          <a:ln/>
        </p:spPr>
        <p:txBody>
          <a:bodyPr wrap="square" lIns="0" tIns="0" rIns="0" bIns="0" rtlCol="0" anchor="ctr"/>
          <a:lstStyle/>
          <a:p>
            <a:pPr marL="0" indent="0" algn="ctr">
              <a:buNone/>
            </a:pPr>
            <a:r>
              <a:rPr lang="en-US" sz="1400" b="1" dirty="0">
                <a:solidFill>
                  <a:srgbClr val="0CA678"/>
                </a:solidFill>
                <a:latin typeface="Calibri" pitchFamily="34" charset="0"/>
                <a:ea typeface="Calibri" pitchFamily="34" charset="-122"/>
                <a:cs typeface="Calibri" pitchFamily="34" charset="-120"/>
              </a:rPr>
              <a:t>SHORTER</a:t>
            </a:r>
            <a:endParaRPr lang="en-US" sz="1400" dirty="0"/>
          </a:p>
        </p:txBody>
      </p:sp>
      <p:sp>
        <p:nvSpPr>
          <p:cNvPr id="55" name="Text 45"/>
          <p:cNvSpPr/>
          <p:nvPr/>
        </p:nvSpPr>
        <p:spPr>
          <a:xfrm>
            <a:off x="3724221" y="4453128"/>
            <a:ext cx="1519210" cy="265176"/>
          </a:xfrm>
          <a:prstGeom prst="rect">
            <a:avLst/>
          </a:prstGeom>
          <a:noFill/>
          <a:ln/>
        </p:spPr>
        <p:txBody>
          <a:bodyPr wrap="square" lIns="0" tIns="0" rIns="0" bIns="0" rtlCol="0" anchor="t"/>
          <a:lstStyle/>
          <a:p>
            <a:pPr marL="0" indent="0" algn="ctr">
              <a:buNone/>
            </a:pPr>
            <a:r>
              <a:rPr lang="en-US" sz="1400" dirty="0">
                <a:solidFill>
                  <a:srgbClr val="495057"/>
                </a:solidFill>
                <a:latin typeface="Calibri" pitchFamily="34" charset="0"/>
                <a:ea typeface="Calibri" pitchFamily="34" charset="-122"/>
                <a:cs typeface="Calibri" pitchFamily="34" charset="-120"/>
              </a:rPr>
              <a:t>Unnecessary walking</a:t>
            </a:r>
            <a:endParaRPr lang="en-US" sz="1400" dirty="0"/>
          </a:p>
        </p:txBody>
      </p:sp>
      <p:sp>
        <p:nvSpPr>
          <p:cNvPr id="56" name="Text 46"/>
          <p:cNvSpPr/>
          <p:nvPr/>
        </p:nvSpPr>
        <p:spPr>
          <a:xfrm>
            <a:off x="5289151" y="4135646"/>
            <a:ext cx="1610650" cy="271762"/>
          </a:xfrm>
          <a:prstGeom prst="rect">
            <a:avLst/>
          </a:prstGeom>
          <a:noFill/>
          <a:ln/>
        </p:spPr>
        <p:txBody>
          <a:bodyPr wrap="square" lIns="0" tIns="0" rIns="0" bIns="0" rtlCol="0" anchor="ctr"/>
          <a:lstStyle/>
          <a:p>
            <a:pPr marL="0" indent="0" algn="ctr">
              <a:buNone/>
            </a:pPr>
            <a:r>
              <a:rPr lang="en-US" sz="1400" b="1" dirty="0">
                <a:solidFill>
                  <a:srgbClr val="0CA678"/>
                </a:solidFill>
                <a:latin typeface="Calibri" pitchFamily="34" charset="0"/>
                <a:ea typeface="Calibri" pitchFamily="34" charset="-122"/>
                <a:cs typeface="Calibri" pitchFamily="34" charset="-120"/>
              </a:rPr>
              <a:t>BETTER</a:t>
            </a:r>
            <a:endParaRPr lang="en-US" sz="1400" dirty="0"/>
          </a:p>
        </p:txBody>
      </p:sp>
      <p:sp>
        <p:nvSpPr>
          <p:cNvPr id="57" name="Text 47"/>
          <p:cNvSpPr/>
          <p:nvPr/>
        </p:nvSpPr>
        <p:spPr>
          <a:xfrm>
            <a:off x="5332657" y="4453128"/>
            <a:ext cx="1519210" cy="365760"/>
          </a:xfrm>
          <a:prstGeom prst="rect">
            <a:avLst/>
          </a:prstGeom>
          <a:noFill/>
          <a:ln/>
        </p:spPr>
        <p:txBody>
          <a:bodyPr wrap="square" lIns="0" tIns="0" rIns="0" bIns="0" rtlCol="0" anchor="t"/>
          <a:lstStyle/>
          <a:p>
            <a:pPr marL="0" indent="0" algn="ctr">
              <a:buNone/>
            </a:pPr>
            <a:r>
              <a:rPr lang="en-US" sz="1400" dirty="0">
                <a:solidFill>
                  <a:srgbClr val="495057"/>
                </a:solidFill>
                <a:latin typeface="Calibri" pitchFamily="34" charset="0"/>
                <a:ea typeface="Calibri" pitchFamily="34" charset="-122"/>
                <a:cs typeface="Calibri" pitchFamily="34" charset="-120"/>
              </a:rPr>
              <a:t>Accessibility</a:t>
            </a:r>
            <a:endParaRPr lang="en-US" sz="1400" dirty="0"/>
          </a:p>
        </p:txBody>
      </p:sp>
      <p:sp>
        <p:nvSpPr>
          <p:cNvPr id="58" name="Text 48"/>
          <p:cNvSpPr/>
          <p:nvPr/>
        </p:nvSpPr>
        <p:spPr>
          <a:xfrm>
            <a:off x="6899801" y="4137658"/>
            <a:ext cx="1610650" cy="258595"/>
          </a:xfrm>
          <a:prstGeom prst="rect">
            <a:avLst/>
          </a:prstGeom>
          <a:noFill/>
          <a:ln/>
        </p:spPr>
        <p:txBody>
          <a:bodyPr wrap="square" lIns="0" tIns="0" rIns="0" bIns="0" rtlCol="0" anchor="ctr"/>
          <a:lstStyle/>
          <a:p>
            <a:pPr marL="0" indent="0" algn="ctr">
              <a:buNone/>
            </a:pPr>
            <a:r>
              <a:rPr lang="en-US" sz="1400" b="1" dirty="0">
                <a:solidFill>
                  <a:srgbClr val="0CA678"/>
                </a:solidFill>
                <a:latin typeface="Calibri" pitchFamily="34" charset="0"/>
                <a:ea typeface="Calibri" pitchFamily="34" charset="-122"/>
                <a:cs typeface="Calibri" pitchFamily="34" charset="-120"/>
              </a:rPr>
              <a:t>LOWER</a:t>
            </a:r>
            <a:endParaRPr lang="en-US" sz="1400" dirty="0"/>
          </a:p>
        </p:txBody>
      </p:sp>
      <p:sp>
        <p:nvSpPr>
          <p:cNvPr id="59" name="Text 49"/>
          <p:cNvSpPr/>
          <p:nvPr/>
        </p:nvSpPr>
        <p:spPr>
          <a:xfrm>
            <a:off x="6945521" y="4428256"/>
            <a:ext cx="1519210" cy="290047"/>
          </a:xfrm>
          <a:prstGeom prst="rect">
            <a:avLst/>
          </a:prstGeom>
          <a:noFill/>
          <a:ln/>
        </p:spPr>
        <p:txBody>
          <a:bodyPr wrap="square" lIns="0" tIns="0" rIns="0" bIns="0" rtlCol="0" anchor="t"/>
          <a:lstStyle/>
          <a:p>
            <a:pPr marL="0" indent="0" algn="ctr">
              <a:buNone/>
            </a:pPr>
            <a:r>
              <a:rPr lang="en-US" sz="1400" dirty="0">
                <a:solidFill>
                  <a:srgbClr val="495057"/>
                </a:solidFill>
                <a:latin typeface="Calibri" pitchFamily="34" charset="0"/>
                <a:ea typeface="Calibri" pitchFamily="34" charset="-122"/>
                <a:cs typeface="Calibri" pitchFamily="34" charset="-120"/>
              </a:rPr>
              <a:t>Stress</a:t>
            </a:r>
            <a:endParaRPr lang="en-US" sz="1400" dirty="0"/>
          </a:p>
        </p:txBody>
      </p:sp>
      <p:sp>
        <p:nvSpPr>
          <p:cNvPr id="60" name="Text 50"/>
          <p:cNvSpPr/>
          <p:nvPr/>
        </p:nvSpPr>
        <p:spPr>
          <a:xfrm>
            <a:off x="8510451" y="4123944"/>
            <a:ext cx="1610650" cy="254021"/>
          </a:xfrm>
          <a:prstGeom prst="rect">
            <a:avLst/>
          </a:prstGeom>
          <a:noFill/>
          <a:ln/>
        </p:spPr>
        <p:txBody>
          <a:bodyPr wrap="square" lIns="0" tIns="0" rIns="0" bIns="0" rtlCol="0" anchor="ctr"/>
          <a:lstStyle/>
          <a:p>
            <a:pPr marL="0" indent="0" algn="ctr">
              <a:buNone/>
            </a:pPr>
            <a:r>
              <a:rPr lang="en-US" sz="1300" b="1" dirty="0">
                <a:solidFill>
                  <a:srgbClr val="0CA678"/>
                </a:solidFill>
                <a:latin typeface="Calibri" pitchFamily="34" charset="0"/>
                <a:ea typeface="Calibri" pitchFamily="34" charset="-122"/>
                <a:cs typeface="Calibri" pitchFamily="34" charset="-120"/>
              </a:rPr>
              <a:t>HIGHER</a:t>
            </a:r>
            <a:endParaRPr lang="en-US" sz="1300" dirty="0"/>
          </a:p>
        </p:txBody>
      </p:sp>
      <p:sp>
        <p:nvSpPr>
          <p:cNvPr id="61" name="Text 51"/>
          <p:cNvSpPr/>
          <p:nvPr/>
        </p:nvSpPr>
        <p:spPr>
          <a:xfrm>
            <a:off x="8556171" y="4352544"/>
            <a:ext cx="1519210" cy="365760"/>
          </a:xfrm>
          <a:prstGeom prst="rect">
            <a:avLst/>
          </a:prstGeom>
          <a:noFill/>
          <a:ln/>
        </p:spPr>
        <p:txBody>
          <a:bodyPr wrap="square" lIns="0" tIns="0" rIns="0" bIns="0" rtlCol="0" anchor="t"/>
          <a:lstStyle/>
          <a:p>
            <a:pPr marL="0" indent="0" algn="ctr">
              <a:buNone/>
            </a:pPr>
            <a:r>
              <a:rPr lang="en-US" sz="1400" dirty="0">
                <a:solidFill>
                  <a:srgbClr val="495057"/>
                </a:solidFill>
                <a:latin typeface="Calibri" pitchFamily="34" charset="0"/>
                <a:ea typeface="Calibri" pitchFamily="34" charset="-122"/>
                <a:cs typeface="Calibri" pitchFamily="34" charset="-120"/>
              </a:rPr>
              <a:t>Passenger confidence</a:t>
            </a:r>
            <a:endParaRPr lang="en-US" sz="1400" dirty="0"/>
          </a:p>
        </p:txBody>
      </p:sp>
      <p:sp>
        <p:nvSpPr>
          <p:cNvPr id="62" name="Text 52"/>
          <p:cNvSpPr/>
          <p:nvPr/>
        </p:nvSpPr>
        <p:spPr>
          <a:xfrm>
            <a:off x="10121102" y="4121932"/>
            <a:ext cx="1610650" cy="230612"/>
          </a:xfrm>
          <a:prstGeom prst="rect">
            <a:avLst/>
          </a:prstGeom>
          <a:noFill/>
          <a:ln/>
        </p:spPr>
        <p:txBody>
          <a:bodyPr wrap="square" lIns="0" tIns="0" rIns="0" bIns="0" rtlCol="0" anchor="ctr"/>
          <a:lstStyle/>
          <a:p>
            <a:pPr marL="0" indent="0" algn="ctr">
              <a:buNone/>
            </a:pPr>
            <a:r>
              <a:rPr lang="en-US" sz="1400" b="1" dirty="0">
                <a:solidFill>
                  <a:srgbClr val="0CA678"/>
                </a:solidFill>
                <a:latin typeface="Calibri" pitchFamily="34" charset="0"/>
                <a:ea typeface="Calibri" pitchFamily="34" charset="-122"/>
                <a:cs typeface="Calibri" pitchFamily="34" charset="-120"/>
              </a:rPr>
              <a:t>SMOOTHER</a:t>
            </a:r>
            <a:endParaRPr lang="en-US" sz="1400" dirty="0"/>
          </a:p>
        </p:txBody>
      </p:sp>
      <p:sp>
        <p:nvSpPr>
          <p:cNvPr id="63" name="Text 53"/>
          <p:cNvSpPr/>
          <p:nvPr/>
        </p:nvSpPr>
        <p:spPr>
          <a:xfrm>
            <a:off x="10166822" y="4352544"/>
            <a:ext cx="1519210" cy="365760"/>
          </a:xfrm>
          <a:prstGeom prst="rect">
            <a:avLst/>
          </a:prstGeom>
          <a:noFill/>
          <a:ln/>
        </p:spPr>
        <p:txBody>
          <a:bodyPr wrap="square" lIns="0" tIns="0" rIns="0" bIns="0" rtlCol="0" anchor="t"/>
          <a:lstStyle/>
          <a:p>
            <a:pPr marL="0" indent="0" algn="ctr">
              <a:buNone/>
            </a:pPr>
            <a:r>
              <a:rPr lang="en-US" sz="1400" dirty="0">
                <a:solidFill>
                  <a:srgbClr val="495057"/>
                </a:solidFill>
                <a:latin typeface="Calibri" pitchFamily="34" charset="0"/>
                <a:ea typeface="Calibri" pitchFamily="34" charset="-122"/>
                <a:cs typeface="Calibri" pitchFamily="34" charset="-120"/>
              </a:rPr>
              <a:t>Passenger movement</a:t>
            </a:r>
            <a:endParaRPr lang="en-US" sz="1400" dirty="0"/>
          </a:p>
        </p:txBody>
      </p:sp>
      <p:sp>
        <p:nvSpPr>
          <p:cNvPr id="64" name="Shape 54"/>
          <p:cNvSpPr/>
          <p:nvPr/>
        </p:nvSpPr>
        <p:spPr>
          <a:xfrm>
            <a:off x="457200" y="5029200"/>
            <a:ext cx="11274552" cy="960120"/>
          </a:xfrm>
          <a:prstGeom prst="roundRect">
            <a:avLst>
              <a:gd name="adj" fmla="val 7619"/>
            </a:avLst>
          </a:prstGeom>
          <a:solidFill>
            <a:srgbClr val="1E2761"/>
          </a:solidFill>
          <a:ln/>
        </p:spPr>
      </p:sp>
      <p:sp>
        <p:nvSpPr>
          <p:cNvPr id="65" name="Text 55"/>
          <p:cNvSpPr/>
          <p:nvPr/>
        </p:nvSpPr>
        <p:spPr>
          <a:xfrm>
            <a:off x="457200" y="5120640"/>
            <a:ext cx="11274552" cy="228600"/>
          </a:xfrm>
          <a:prstGeom prst="rect">
            <a:avLst/>
          </a:prstGeom>
          <a:noFill/>
          <a:ln/>
        </p:spPr>
        <p:txBody>
          <a:bodyPr wrap="square" lIns="0" tIns="0" rIns="0" bIns="0" rtlCol="0" anchor="ctr"/>
          <a:lstStyle/>
          <a:p>
            <a:pPr marL="0" indent="0" algn="ctr">
              <a:buNone/>
            </a:pPr>
            <a:r>
              <a:rPr lang="en-US" sz="950" b="1" kern="0" spc="150" dirty="0">
                <a:solidFill>
                  <a:srgbClr val="8FB9C4"/>
                </a:solidFill>
                <a:latin typeface="Calibri" pitchFamily="34" charset="0"/>
                <a:ea typeface="Calibri" pitchFamily="34" charset="-122"/>
                <a:cs typeface="Calibri" pitchFamily="34" charset="-120"/>
              </a:rPr>
              <a:t>FINAL DESIGN VISION</a:t>
            </a:r>
            <a:endParaRPr lang="en-US" sz="950" dirty="0"/>
          </a:p>
        </p:txBody>
      </p:sp>
      <p:sp>
        <p:nvSpPr>
          <p:cNvPr id="66" name="Text 56"/>
          <p:cNvSpPr/>
          <p:nvPr/>
        </p:nvSpPr>
        <p:spPr>
          <a:xfrm>
            <a:off x="914400" y="5349240"/>
            <a:ext cx="10360152" cy="594360"/>
          </a:xfrm>
          <a:prstGeom prst="rect">
            <a:avLst/>
          </a:prstGeom>
          <a:noFill/>
          <a:ln/>
        </p:spPr>
        <p:txBody>
          <a:bodyPr wrap="square" lIns="0" tIns="0" rIns="0" bIns="0" rtlCol="0" anchor="ctr"/>
          <a:lstStyle/>
          <a:p>
            <a:pPr marL="0" indent="0" algn="ctr">
              <a:lnSpc>
                <a:spcPct val="110000"/>
              </a:lnSpc>
              <a:buNone/>
            </a:pPr>
            <a:r>
              <a:rPr lang="en-US" sz="1350" i="1" dirty="0">
                <a:solidFill>
                  <a:srgbClr val="FFFFFF"/>
                </a:solidFill>
                <a:latin typeface="Calibri" pitchFamily="34" charset="0"/>
                <a:ea typeface="Calibri" pitchFamily="34" charset="-122"/>
                <a:cs typeface="Calibri" pitchFamily="34" charset="-120"/>
              </a:rPr>
              <a:t>“Create an intuitive metro interchange where passengers always know where they are, where they need to go, and how to get there.”</a:t>
            </a:r>
            <a:endParaRPr lang="en-US" sz="1350" dirty="0"/>
          </a:p>
        </p:txBody>
      </p:sp>
      <p:sp>
        <p:nvSpPr>
          <p:cNvPr id="67" name="Text 57"/>
          <p:cNvSpPr/>
          <p:nvPr/>
        </p:nvSpPr>
        <p:spPr>
          <a:xfrm>
            <a:off x="457200" y="6080760"/>
            <a:ext cx="11274552" cy="274320"/>
          </a:xfrm>
          <a:prstGeom prst="rect">
            <a:avLst/>
          </a:prstGeom>
          <a:noFill/>
          <a:ln/>
        </p:spPr>
        <p:txBody>
          <a:bodyPr wrap="square" lIns="0" tIns="0" rIns="0" bIns="0" rtlCol="0" anchor="ctr"/>
          <a:lstStyle/>
          <a:p>
            <a:pPr marL="0" indent="0" algn="ctr">
              <a:buNone/>
            </a:pPr>
            <a:r>
              <a:rPr lang="en-US" sz="950" i="1" dirty="0">
                <a:solidFill>
                  <a:srgbClr val="868E96"/>
                </a:solidFill>
                <a:latin typeface="Calibri" pitchFamily="34" charset="0"/>
                <a:ea typeface="Calibri" pitchFamily="34" charset="-122"/>
                <a:cs typeface="Calibri" pitchFamily="34" charset="-120"/>
              </a:rPr>
              <a:t>Note: These are proposed opportunity directions for further ideation — not implemented solutions.</a:t>
            </a:r>
            <a:endParaRPr lang="en-US" sz="950" dirty="0"/>
          </a:p>
        </p:txBody>
      </p:sp>
      <p:sp>
        <p:nvSpPr>
          <p:cNvPr id="68" name="Text 58"/>
          <p:cNvSpPr/>
          <p:nvPr/>
        </p:nvSpPr>
        <p:spPr>
          <a:xfrm>
            <a:off x="457200" y="6565392"/>
            <a:ext cx="8229600" cy="256032"/>
          </a:xfrm>
          <a:prstGeom prst="rect">
            <a:avLst/>
          </a:prstGeom>
          <a:noFill/>
          <a:ln/>
        </p:spPr>
        <p:txBody>
          <a:bodyPr wrap="square" lIns="0" tIns="0" rIns="0" bIns="0" rtlCol="0" anchor="ctr"/>
          <a:lstStyle/>
          <a:p>
            <a:pPr marL="0" indent="0">
              <a:buNone/>
            </a:pPr>
            <a:r>
              <a:rPr lang="en-US" sz="900" dirty="0">
                <a:solidFill>
                  <a:srgbClr val="868E96"/>
                </a:solidFill>
                <a:latin typeface="Calibri" pitchFamily="34" charset="0"/>
                <a:ea typeface="Calibri" pitchFamily="34" charset="-122"/>
                <a:cs typeface="Calibri" pitchFamily="34" charset="-120"/>
              </a:rPr>
              <a:t>Ameerpet Metro Interchange  ·  Design Thinking Project</a:t>
            </a:r>
            <a:endParaRPr lang="en-US" sz="900" dirty="0"/>
          </a:p>
        </p:txBody>
      </p:sp>
      <p:sp>
        <p:nvSpPr>
          <p:cNvPr id="69" name="Text 59"/>
          <p:cNvSpPr/>
          <p:nvPr/>
        </p:nvSpPr>
        <p:spPr>
          <a:xfrm>
            <a:off x="11521440" y="6565392"/>
            <a:ext cx="274320" cy="256032"/>
          </a:xfrm>
          <a:prstGeom prst="rect">
            <a:avLst/>
          </a:prstGeom>
          <a:noFill/>
          <a:ln/>
        </p:spPr>
        <p:txBody>
          <a:bodyPr wrap="square" lIns="0" tIns="0" rIns="0" bIns="0" rtlCol="0" anchor="ctr"/>
          <a:lstStyle/>
          <a:p>
            <a:pPr marL="0" indent="0" algn="r">
              <a:buNone/>
            </a:pPr>
            <a:r>
              <a:rPr lang="en-US" sz="900" dirty="0">
                <a:solidFill>
                  <a:srgbClr val="868E96"/>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280</TotalTime>
  <Words>1663</Words>
  <Application>Microsoft Office PowerPoint</Application>
  <PresentationFormat>Widescreen</PresentationFormat>
  <Paragraphs>342</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anugu praharsha</cp:lastModifiedBy>
  <cp:revision>2</cp:revision>
  <dcterms:created xsi:type="dcterms:W3CDTF">2026-09-07T05:38:16Z</dcterms:created>
  <dcterms:modified xsi:type="dcterms:W3CDTF">2026-09-07T16:49:42Z</dcterms:modified>
</cp:coreProperties>
</file>